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436" r:id="rId1"/>
    <p:sldMasterId id="2147484450" r:id="rId2"/>
    <p:sldMasterId id="2147484452" r:id="rId3"/>
  </p:sldMasterIdLst>
  <p:notesMasterIdLst>
    <p:notesMasterId r:id="rId10"/>
  </p:notesMasterIdLst>
  <p:handoutMasterIdLst>
    <p:handoutMasterId r:id="rId11"/>
  </p:handoutMasterIdLst>
  <p:sldIdLst>
    <p:sldId id="256" r:id="rId4"/>
    <p:sldId id="550" r:id="rId5"/>
    <p:sldId id="553" r:id="rId6"/>
    <p:sldId id="551" r:id="rId7"/>
    <p:sldId id="554" r:id="rId8"/>
    <p:sldId id="552" r:id="rId9"/>
  </p:sldIdLst>
  <p:sldSz cx="9144000" cy="6858000" type="screen4x3"/>
  <p:notesSz cx="6858000" cy="9144000"/>
  <p:defaultTextStyle>
    <a:defPPr>
      <a:defRPr lang="it-IT"/>
    </a:defPPr>
    <a:lvl1pPr marL="0" algn="l" defTabSz="478928" rtl="0" eaLnBrk="1" latinLnBrk="0" hangingPunct="1">
      <a:defRPr sz="1915" kern="1200">
        <a:solidFill>
          <a:schemeClr val="tx1"/>
        </a:solidFill>
        <a:latin typeface="+mn-lt"/>
        <a:ea typeface="+mn-ea"/>
        <a:cs typeface="+mn-cs"/>
      </a:defRPr>
    </a:lvl1pPr>
    <a:lvl2pPr marL="478928" algn="l" defTabSz="478928" rtl="0" eaLnBrk="1" latinLnBrk="0" hangingPunct="1">
      <a:defRPr sz="1915" kern="1200">
        <a:solidFill>
          <a:schemeClr val="tx1"/>
        </a:solidFill>
        <a:latin typeface="+mn-lt"/>
        <a:ea typeface="+mn-ea"/>
        <a:cs typeface="+mn-cs"/>
      </a:defRPr>
    </a:lvl2pPr>
    <a:lvl3pPr marL="957856" algn="l" defTabSz="478928" rtl="0" eaLnBrk="1" latinLnBrk="0" hangingPunct="1">
      <a:defRPr sz="1915" kern="1200">
        <a:solidFill>
          <a:schemeClr val="tx1"/>
        </a:solidFill>
        <a:latin typeface="+mn-lt"/>
        <a:ea typeface="+mn-ea"/>
        <a:cs typeface="+mn-cs"/>
      </a:defRPr>
    </a:lvl3pPr>
    <a:lvl4pPr marL="1436784" algn="l" defTabSz="478928" rtl="0" eaLnBrk="1" latinLnBrk="0" hangingPunct="1">
      <a:defRPr sz="1915" kern="1200">
        <a:solidFill>
          <a:schemeClr val="tx1"/>
        </a:solidFill>
        <a:latin typeface="+mn-lt"/>
        <a:ea typeface="+mn-ea"/>
        <a:cs typeface="+mn-cs"/>
      </a:defRPr>
    </a:lvl4pPr>
    <a:lvl5pPr marL="1915712" algn="l" defTabSz="478928" rtl="0" eaLnBrk="1" latinLnBrk="0" hangingPunct="1">
      <a:defRPr sz="1915" kern="1200">
        <a:solidFill>
          <a:schemeClr val="tx1"/>
        </a:solidFill>
        <a:latin typeface="+mn-lt"/>
        <a:ea typeface="+mn-ea"/>
        <a:cs typeface="+mn-cs"/>
      </a:defRPr>
    </a:lvl5pPr>
    <a:lvl6pPr marL="2394640" algn="l" defTabSz="478928" rtl="0" eaLnBrk="1" latinLnBrk="0" hangingPunct="1">
      <a:defRPr sz="1915" kern="1200">
        <a:solidFill>
          <a:schemeClr val="tx1"/>
        </a:solidFill>
        <a:latin typeface="+mn-lt"/>
        <a:ea typeface="+mn-ea"/>
        <a:cs typeface="+mn-cs"/>
      </a:defRPr>
    </a:lvl6pPr>
    <a:lvl7pPr marL="2873567" algn="l" defTabSz="478928" rtl="0" eaLnBrk="1" latinLnBrk="0" hangingPunct="1">
      <a:defRPr sz="1915" kern="1200">
        <a:solidFill>
          <a:schemeClr val="tx1"/>
        </a:solidFill>
        <a:latin typeface="+mn-lt"/>
        <a:ea typeface="+mn-ea"/>
        <a:cs typeface="+mn-cs"/>
      </a:defRPr>
    </a:lvl7pPr>
    <a:lvl8pPr marL="3352496" algn="l" defTabSz="478928" rtl="0" eaLnBrk="1" latinLnBrk="0" hangingPunct="1">
      <a:defRPr sz="1915" kern="1200">
        <a:solidFill>
          <a:schemeClr val="tx1"/>
        </a:solidFill>
        <a:latin typeface="+mn-lt"/>
        <a:ea typeface="+mn-ea"/>
        <a:cs typeface="+mn-cs"/>
      </a:defRPr>
    </a:lvl8pPr>
    <a:lvl9pPr marL="3831423" algn="l" defTabSz="478928" rtl="0" eaLnBrk="1" latinLnBrk="0" hangingPunct="1">
      <a:defRPr sz="191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outline"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600"/>
    <a:srgbClr val="92D050"/>
    <a:srgbClr val="FF7600"/>
    <a:srgbClr val="76D6FF"/>
    <a:srgbClr val="FF9300"/>
    <a:srgbClr val="607D8B"/>
    <a:srgbClr val="945200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64" autoAdjust="0"/>
    <p:restoredTop sz="94830" autoAdjust="0"/>
  </p:normalViewPr>
  <p:slideViewPr>
    <p:cSldViewPr snapToGrid="0" snapToObjects="1">
      <p:cViewPr varScale="1">
        <p:scale>
          <a:sx n="78" d="100"/>
          <a:sy n="78" d="100"/>
        </p:scale>
        <p:origin x="1925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A54007-042D-B74C-B600-E65703EE92FA}" type="datetime1">
              <a:rPr lang="it-IT" smtClean="0"/>
              <a:pPr/>
              <a:t>17/04/2026</a:t>
            </a:fld>
            <a:endParaRPr lang="en-GB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12072-9809-3B43-88E9-4578524D92CD}" type="slidenum">
              <a:rPr lang="en-GB" smtClean="0"/>
              <a:pPr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537329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BC7A6E-8A0F-6045-894B-85D75C45CD11}" type="datetime1">
              <a:rPr lang="it-IT" smtClean="0"/>
              <a:pPr/>
              <a:t>17/04/2026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20F652-032C-1B4C-B2A5-FF8B5B286FDE}" type="slidenum">
              <a:rPr lang="en-GB" smtClean="0"/>
              <a:pPr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178163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478928" rtl="0" eaLnBrk="1" latinLnBrk="0" hangingPunct="1">
      <a:defRPr sz="1252" kern="1200">
        <a:solidFill>
          <a:schemeClr val="tx1"/>
        </a:solidFill>
        <a:latin typeface="+mn-lt"/>
        <a:ea typeface="+mn-ea"/>
        <a:cs typeface="+mn-cs"/>
      </a:defRPr>
    </a:lvl1pPr>
    <a:lvl2pPr marL="478928" algn="l" defTabSz="478928" rtl="0" eaLnBrk="1" latinLnBrk="0" hangingPunct="1">
      <a:defRPr sz="1252" kern="1200">
        <a:solidFill>
          <a:schemeClr val="tx1"/>
        </a:solidFill>
        <a:latin typeface="+mn-lt"/>
        <a:ea typeface="+mn-ea"/>
        <a:cs typeface="+mn-cs"/>
      </a:defRPr>
    </a:lvl2pPr>
    <a:lvl3pPr marL="957856" algn="l" defTabSz="478928" rtl="0" eaLnBrk="1" latinLnBrk="0" hangingPunct="1">
      <a:defRPr sz="1252" kern="1200">
        <a:solidFill>
          <a:schemeClr val="tx1"/>
        </a:solidFill>
        <a:latin typeface="+mn-lt"/>
        <a:ea typeface="+mn-ea"/>
        <a:cs typeface="+mn-cs"/>
      </a:defRPr>
    </a:lvl3pPr>
    <a:lvl4pPr marL="1436784" algn="l" defTabSz="478928" rtl="0" eaLnBrk="1" latinLnBrk="0" hangingPunct="1">
      <a:defRPr sz="1252" kern="1200">
        <a:solidFill>
          <a:schemeClr val="tx1"/>
        </a:solidFill>
        <a:latin typeface="+mn-lt"/>
        <a:ea typeface="+mn-ea"/>
        <a:cs typeface="+mn-cs"/>
      </a:defRPr>
    </a:lvl4pPr>
    <a:lvl5pPr marL="1915712" algn="l" defTabSz="478928" rtl="0" eaLnBrk="1" latinLnBrk="0" hangingPunct="1">
      <a:defRPr sz="1252" kern="1200">
        <a:solidFill>
          <a:schemeClr val="tx1"/>
        </a:solidFill>
        <a:latin typeface="+mn-lt"/>
        <a:ea typeface="+mn-ea"/>
        <a:cs typeface="+mn-cs"/>
      </a:defRPr>
    </a:lvl5pPr>
    <a:lvl6pPr marL="2394640" algn="l" defTabSz="478928" rtl="0" eaLnBrk="1" latinLnBrk="0" hangingPunct="1">
      <a:defRPr sz="1252" kern="1200">
        <a:solidFill>
          <a:schemeClr val="tx1"/>
        </a:solidFill>
        <a:latin typeface="+mn-lt"/>
        <a:ea typeface="+mn-ea"/>
        <a:cs typeface="+mn-cs"/>
      </a:defRPr>
    </a:lvl6pPr>
    <a:lvl7pPr marL="2873567" algn="l" defTabSz="478928" rtl="0" eaLnBrk="1" latinLnBrk="0" hangingPunct="1">
      <a:defRPr sz="1252" kern="1200">
        <a:solidFill>
          <a:schemeClr val="tx1"/>
        </a:solidFill>
        <a:latin typeface="+mn-lt"/>
        <a:ea typeface="+mn-ea"/>
        <a:cs typeface="+mn-cs"/>
      </a:defRPr>
    </a:lvl7pPr>
    <a:lvl8pPr marL="3352496" algn="l" defTabSz="478928" rtl="0" eaLnBrk="1" latinLnBrk="0" hangingPunct="1">
      <a:defRPr sz="1252" kern="1200">
        <a:solidFill>
          <a:schemeClr val="tx1"/>
        </a:solidFill>
        <a:latin typeface="+mn-lt"/>
        <a:ea typeface="+mn-ea"/>
        <a:cs typeface="+mn-cs"/>
      </a:defRPr>
    </a:lvl8pPr>
    <a:lvl9pPr marL="3831423" algn="l" defTabSz="478928" rtl="0" eaLnBrk="1" latinLnBrk="0" hangingPunct="1">
      <a:defRPr sz="125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20F652-032C-1B4C-B2A5-FF8B5B286FD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5863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tangolo 18">
            <a:extLst>
              <a:ext uri="{FF2B5EF4-FFF2-40B4-BE49-F238E27FC236}">
                <a16:creationId xmlns:a16="http://schemas.microsoft.com/office/drawing/2014/main" id="{C811A7E1-25D3-5B49-A0EB-0F7EF6FA4C86}"/>
              </a:ext>
            </a:extLst>
          </p:cNvPr>
          <p:cNvSpPr/>
          <p:nvPr userDrawn="1"/>
        </p:nvSpPr>
        <p:spPr>
          <a:xfrm>
            <a:off x="0" y="6569242"/>
            <a:ext cx="9144001" cy="2887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42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980462"/>
            <a:ext cx="9144001" cy="667512"/>
          </a:xfrm>
          <a:solidFill>
            <a:schemeClr val="bg1">
              <a:lumMod val="95000"/>
            </a:schemeClr>
          </a:solidFill>
          <a:effectLst/>
        </p:spPr>
        <p:txBody>
          <a:bodyPr vert="horz" lIns="130055" tIns="65028" rIns="130055" bIns="65028" rtlCol="0">
            <a:noAutofit/>
            <a:scene3d>
              <a:camera prst="orthographicFront"/>
              <a:lightRig rig="threePt" dir="t"/>
            </a:scene3d>
            <a:sp3d/>
          </a:bodyPr>
          <a:lstStyle>
            <a:lvl1pPr marL="0" indent="0" algn="ctr" defTabSz="843858" rtl="0" eaLnBrk="1" latinLnBrk="0" hangingPunct="1">
              <a:spcBef>
                <a:spcPts val="0"/>
              </a:spcBef>
              <a:buClr>
                <a:schemeClr val="tx1">
                  <a:lumMod val="75000"/>
                  <a:lumOff val="25000"/>
                </a:schemeClr>
              </a:buClr>
              <a:buSzPct val="75000"/>
              <a:buFont typeface="Wingdings 2" pitchFamily="18" charset="2"/>
              <a:buNone/>
              <a:defRPr sz="3600" b="0" i="0" kern="12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219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57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77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096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15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35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5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/>
              <a:t>Fare clic per modificare lo stile del</a:t>
            </a:r>
            <a:endParaRPr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456FA37-7417-1949-AE60-D0DC0C1E73CC}"/>
              </a:ext>
            </a:extLst>
          </p:cNvPr>
          <p:cNvSpPr txBox="1"/>
          <p:nvPr userDrawn="1"/>
        </p:nvSpPr>
        <p:spPr>
          <a:xfrm>
            <a:off x="0" y="6544344"/>
            <a:ext cx="5883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789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600" b="0" i="0" kern="12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Laboratorio </a:t>
            </a:r>
            <a:r>
              <a:rPr lang="it-IT" sz="1600" b="0" i="0" kern="1200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IoT@UniMiB</a:t>
            </a:r>
            <a:endParaRPr lang="it-IT" sz="1600" b="0" i="0" kern="120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43824BD5-74F8-0346-9BA8-AD245096F01B}"/>
              </a:ext>
            </a:extLst>
          </p:cNvPr>
          <p:cNvSpPr/>
          <p:nvPr userDrawn="1"/>
        </p:nvSpPr>
        <p:spPr>
          <a:xfrm>
            <a:off x="1" y="1"/>
            <a:ext cx="9142883" cy="91150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42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4F2F45A1-ECBD-4042-A12C-BF6010FB30B8}"/>
              </a:ext>
            </a:extLst>
          </p:cNvPr>
          <p:cNvSpPr/>
          <p:nvPr userDrawn="1"/>
        </p:nvSpPr>
        <p:spPr>
          <a:xfrm>
            <a:off x="0" y="6569242"/>
            <a:ext cx="9144001" cy="2887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42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48"/>
            <a:ext cx="9142883" cy="667190"/>
          </a:xfrm>
        </p:spPr>
        <p:txBody>
          <a:bodyPr/>
          <a:lstStyle>
            <a:lvl1pPr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 dirty="0"/>
              <a:t>Fare clic per modificare stile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40052"/>
            <a:ext cx="9143999" cy="5428241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2832" y="6627478"/>
            <a:ext cx="641664" cy="224557"/>
          </a:xfrm>
        </p:spPr>
        <p:txBody>
          <a:bodyPr/>
          <a:lstStyle>
            <a:lvl1pPr>
              <a:defRPr lang="en-GB" sz="1000" b="0" i="0" kern="1200" smtClean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389832E7-CD1C-8649-98ED-2ABDE863B9F8}" type="slidenum">
              <a:rPr lang="it-IT" smtClean="0"/>
              <a:pPr/>
              <a:t>‹N›</a:t>
            </a:fld>
            <a:endParaRPr lang="it-IT" dirty="0" err="1"/>
          </a:p>
        </p:txBody>
      </p: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373F9A49-B784-0848-AC8E-0C277F0894E2}"/>
              </a:ext>
            </a:extLst>
          </p:cNvPr>
          <p:cNvGrpSpPr/>
          <p:nvPr userDrawn="1"/>
        </p:nvGrpSpPr>
        <p:grpSpPr>
          <a:xfrm>
            <a:off x="0" y="887550"/>
            <a:ext cx="9142884" cy="25304"/>
            <a:chOff x="0" y="1323762"/>
            <a:chExt cx="13001626" cy="45719"/>
          </a:xfrm>
        </p:grpSpPr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512D2EF4-69A8-4640-BD8E-B1431CF1B916}"/>
                </a:ext>
              </a:extLst>
            </p:cNvPr>
            <p:cNvSpPr/>
            <p:nvPr/>
          </p:nvSpPr>
          <p:spPr>
            <a:xfrm>
              <a:off x="3565462" y="1323762"/>
              <a:ext cx="9436164" cy="45719"/>
            </a:xfrm>
            <a:prstGeom prst="rect">
              <a:avLst/>
            </a:prstGeom>
            <a:solidFill>
              <a:srgbClr val="607D8B"/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42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8E5CD1FB-710F-CB4A-A28C-570AA0C74A0F}"/>
                </a:ext>
              </a:extLst>
            </p:cNvPr>
            <p:cNvSpPr/>
            <p:nvPr/>
          </p:nvSpPr>
          <p:spPr>
            <a:xfrm>
              <a:off x="3120479" y="1323762"/>
              <a:ext cx="450000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42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Rettangolo 19">
              <a:extLst>
                <a:ext uri="{FF2B5EF4-FFF2-40B4-BE49-F238E27FC236}">
                  <a16:creationId xmlns:a16="http://schemas.microsoft.com/office/drawing/2014/main" id="{CDC31BD8-E483-2C4C-8AF3-43D7EEA39EC6}"/>
                </a:ext>
              </a:extLst>
            </p:cNvPr>
            <p:cNvSpPr/>
            <p:nvPr/>
          </p:nvSpPr>
          <p:spPr>
            <a:xfrm>
              <a:off x="2244982" y="1323762"/>
              <a:ext cx="450000" cy="45719"/>
            </a:xfrm>
            <a:prstGeom prst="rect">
              <a:avLst/>
            </a:prstGeom>
            <a:solidFill>
              <a:srgbClr val="FF2600">
                <a:alpha val="78824"/>
              </a:srgb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42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Rettangolo 20">
              <a:extLst>
                <a:ext uri="{FF2B5EF4-FFF2-40B4-BE49-F238E27FC236}">
                  <a16:creationId xmlns:a16="http://schemas.microsoft.com/office/drawing/2014/main" id="{67A41DEB-B10F-EE48-A27C-779966060F25}"/>
                </a:ext>
              </a:extLst>
            </p:cNvPr>
            <p:cNvSpPr/>
            <p:nvPr/>
          </p:nvSpPr>
          <p:spPr>
            <a:xfrm>
              <a:off x="1800000" y="1323762"/>
              <a:ext cx="450000" cy="45719"/>
            </a:xfrm>
            <a:prstGeom prst="rect">
              <a:avLst/>
            </a:prstGeom>
            <a:solidFill>
              <a:srgbClr val="FF9300"/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42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Rettangolo 21">
              <a:extLst>
                <a:ext uri="{FF2B5EF4-FFF2-40B4-BE49-F238E27FC236}">
                  <a16:creationId xmlns:a16="http://schemas.microsoft.com/office/drawing/2014/main" id="{BF9957BA-4D65-444D-AA32-5623D566BB67}"/>
                </a:ext>
              </a:extLst>
            </p:cNvPr>
            <p:cNvSpPr/>
            <p:nvPr/>
          </p:nvSpPr>
          <p:spPr>
            <a:xfrm>
              <a:off x="1350000" y="1323762"/>
              <a:ext cx="450000" cy="4571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42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Rettangolo 22">
              <a:extLst>
                <a:ext uri="{FF2B5EF4-FFF2-40B4-BE49-F238E27FC236}">
                  <a16:creationId xmlns:a16="http://schemas.microsoft.com/office/drawing/2014/main" id="{0CC6A260-04F4-8B4F-8BED-50D674F72E3F}"/>
                </a:ext>
              </a:extLst>
            </p:cNvPr>
            <p:cNvSpPr/>
            <p:nvPr/>
          </p:nvSpPr>
          <p:spPr>
            <a:xfrm>
              <a:off x="900000" y="1323762"/>
              <a:ext cx="450000" cy="4571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42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Rettangolo 23">
              <a:extLst>
                <a:ext uri="{FF2B5EF4-FFF2-40B4-BE49-F238E27FC236}">
                  <a16:creationId xmlns:a16="http://schemas.microsoft.com/office/drawing/2014/main" id="{1E0A278C-308C-034E-89FE-ECA8B4AF971C}"/>
                </a:ext>
              </a:extLst>
            </p:cNvPr>
            <p:cNvSpPr/>
            <p:nvPr/>
          </p:nvSpPr>
          <p:spPr>
            <a:xfrm>
              <a:off x="450000" y="1323762"/>
              <a:ext cx="450000" cy="45719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42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Rettangolo 24">
              <a:extLst>
                <a:ext uri="{FF2B5EF4-FFF2-40B4-BE49-F238E27FC236}">
                  <a16:creationId xmlns:a16="http://schemas.microsoft.com/office/drawing/2014/main" id="{FA9A6550-217C-3A46-84FA-27D859858499}"/>
                </a:ext>
              </a:extLst>
            </p:cNvPr>
            <p:cNvSpPr/>
            <p:nvPr/>
          </p:nvSpPr>
          <p:spPr>
            <a:xfrm>
              <a:off x="0" y="1323762"/>
              <a:ext cx="450000" cy="45719"/>
            </a:xfrm>
            <a:prstGeom prst="rect">
              <a:avLst/>
            </a:prstGeom>
            <a:solidFill>
              <a:srgbClr val="76D6FF"/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42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Rettangolo 25">
              <a:extLst>
                <a:ext uri="{FF2B5EF4-FFF2-40B4-BE49-F238E27FC236}">
                  <a16:creationId xmlns:a16="http://schemas.microsoft.com/office/drawing/2014/main" id="{65804A6A-D33B-8248-AE60-F25B24B47E0C}"/>
                </a:ext>
              </a:extLst>
            </p:cNvPr>
            <p:cNvSpPr/>
            <p:nvPr/>
          </p:nvSpPr>
          <p:spPr>
            <a:xfrm>
              <a:off x="2689964" y="1323762"/>
              <a:ext cx="450000" cy="45719"/>
            </a:xfrm>
            <a:prstGeom prst="rect">
              <a:avLst/>
            </a:prstGeom>
            <a:solidFill>
              <a:srgbClr val="945200">
                <a:alpha val="92941"/>
              </a:srgb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42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1" name="Segnaposto contenuto 30">
            <a:extLst>
              <a:ext uri="{FF2B5EF4-FFF2-40B4-BE49-F238E27FC236}">
                <a16:creationId xmlns:a16="http://schemas.microsoft.com/office/drawing/2014/main" id="{FC58345A-7B2F-764E-BAAB-B86F6A00E8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" y="562107"/>
            <a:ext cx="9144001" cy="325443"/>
          </a:xfrm>
        </p:spPr>
        <p:txBody>
          <a:bodyPr>
            <a:noAutofit/>
          </a:bodyPr>
          <a:lstStyle>
            <a:lvl1pPr marL="0" indent="0">
              <a:buNone/>
              <a:defRPr sz="1687" b="0" i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 dirty="0"/>
              <a:t>Modifica gli stili del testo dello </a:t>
            </a:r>
            <a:r>
              <a:rPr lang="it-IT" dirty="0" err="1"/>
              <a:t>schemalivello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49237"/>
            <a:ext cx="3652267" cy="128767"/>
          </a:xfrm>
        </p:spPr>
        <p:txBody>
          <a:bodyPr/>
          <a:lstStyle>
            <a:lvl1pPr>
              <a:defRPr lang="it-IT" sz="1000" b="0" i="0" kern="1200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it-IT" dirty="0"/>
              <a:t>Team </a:t>
            </a:r>
            <a:r>
              <a:rPr lang="it-IT" dirty="0" err="1"/>
              <a:t>xxxx</a:t>
            </a:r>
            <a:r>
              <a:rPr lang="it-IT" dirty="0"/>
              <a:t> - Laboratorio </a:t>
            </a:r>
            <a:r>
              <a:rPr lang="it-IT" dirty="0" err="1"/>
              <a:t>IoT@UniMiB</a:t>
            </a:r>
            <a:endParaRPr lang="it-IT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titolo con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8476" y="4343400"/>
            <a:ext cx="8147049" cy="1346013"/>
          </a:xfrm>
        </p:spPr>
        <p:txBody>
          <a:bodyPr>
            <a:normAutofit/>
            <a:scene3d>
              <a:camera prst="orthographicFront"/>
              <a:lightRig rig="threePt" dir="t">
                <a:rot lat="0" lon="0" rev="10800000"/>
              </a:lightRig>
            </a:scene3d>
            <a:sp3d extrusionH="57150">
              <a:bevelT w="38100" h="38100" prst="relaxedInset"/>
              <a:bevelB w="38100" h="38100" prst="relaxedInset"/>
            </a:sp3d>
          </a:bodyPr>
          <a:lstStyle>
            <a:lvl1pPr>
              <a:lnSpc>
                <a:spcPts val="5906"/>
              </a:lnSpc>
              <a:defRPr sz="5516">
                <a:solidFill>
                  <a:schemeClr val="bg1"/>
                </a:solidFill>
                <a:effectLst>
                  <a:outerShdw blurRad="25400" dist="19050" dir="42000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it-IT"/>
              <a:t>Fare clic per modificare stile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8476" y="5688107"/>
            <a:ext cx="8147050" cy="663387"/>
          </a:xfrm>
        </p:spPr>
        <p:txBody>
          <a:bodyPr>
            <a:scene3d>
              <a:camera prst="orthographicFront"/>
              <a:lightRig rig="threePt" dir="t"/>
            </a:scene3d>
            <a:sp3d extrusionH="57150">
              <a:bevelT w="38100" h="38100" prst="relaxedInset"/>
              <a:bevelB w="38100" h="38100" prst="relaxedInset"/>
            </a:sp3d>
          </a:bodyPr>
          <a:lstStyle>
            <a:lvl1pPr marL="0" indent="0" algn="ctr">
              <a:spcBef>
                <a:spcPts val="0"/>
              </a:spcBef>
              <a:buNone/>
              <a:defRPr b="0" baseline="0">
                <a:solidFill>
                  <a:schemeClr val="bg1"/>
                </a:solidFill>
                <a:effectLst>
                  <a:outerShdw blurRad="25400" dist="25400" dir="42000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  <a:lvl2pPr marL="4219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57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77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096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15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35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5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126164"/>
            <a:ext cx="6629400" cy="365125"/>
          </a:xfrm>
          <a:prstGeom prst="rect">
            <a:avLst/>
          </a:prstGeom>
        </p:spPr>
        <p:txBody>
          <a:bodyPr lIns="130055" tIns="65028" rIns="130055" bIns="65028"/>
          <a:lstStyle>
            <a:lvl1pPr>
              <a:defRPr>
                <a:solidFill>
                  <a:schemeClr val="bg1">
                    <a:lumMod val="75000"/>
                    <a:lumOff val="25000"/>
                  </a:schemeClr>
                </a:solidFill>
                <a:effectLst>
                  <a:outerShdw blurRad="25400" dist="12700" dir="42000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it-IT"/>
              <a:t>dfdfgdgdf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  <a:lumOff val="25000"/>
                  </a:schemeClr>
                </a:solidFill>
                <a:effectLst>
                  <a:outerShdw blurRad="25400" dist="12700" dir="42000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it-IT"/>
              <a:t>Informatica Applicata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  <a:lumOff val="25000"/>
                  </a:schemeClr>
                </a:solidFill>
                <a:effectLst>
                  <a:outerShdw blurRad="25400" dist="12700" dir="42000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fld id="{389832E7-CD1C-8649-98ED-2ABDE863B9F8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1981200" y="685800"/>
            <a:ext cx="5181600" cy="3352800"/>
          </a:xfrm>
          <a:solidFill>
            <a:schemeClr val="tx1">
              <a:lumMod val="75000"/>
            </a:schemeClr>
          </a:solidFill>
          <a:ln w="127000" cap="sq">
            <a:solidFill>
              <a:schemeClr val="tx1"/>
            </a:solidFill>
            <a:miter lim="800000"/>
          </a:ln>
          <a:effectLst>
            <a:outerShdw blurRad="63500" sx="101000" sy="101000" algn="ctr" rotWithShape="0">
              <a:schemeClr val="bg2">
                <a:lumMod val="20000"/>
                <a:lumOff val="80000"/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9000000"/>
            </a:lightRig>
          </a:scene3d>
          <a:sp3d prstMaterial="matte">
            <a:bevelT w="12700" prst="relaxedInset"/>
            <a:bevelB w="38100" h="127000" prst="relaxedInset"/>
            <a:extrusionClr>
              <a:schemeClr val="tx1"/>
            </a:extrusionClr>
            <a:contourClr>
              <a:schemeClr val="tx1"/>
            </a:contourClr>
          </a:sp3d>
        </p:spPr>
        <p:txBody>
          <a:bodyPr/>
          <a:lstStyle>
            <a:lvl1pPr>
              <a:buNone/>
              <a:defRPr/>
            </a:lvl1pPr>
          </a:lstStyle>
          <a:p>
            <a:r>
              <a:rPr lang="it-IT"/>
              <a:t>Fare clic sull'icona per inserire un'immagine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6" y="1774827"/>
            <a:ext cx="8147050" cy="1873250"/>
          </a:xfrm>
        </p:spPr>
        <p:txBody>
          <a:bodyPr anchor="b" anchorCtr="0"/>
          <a:lstStyle>
            <a:lvl1pPr algn="ctr">
              <a:defRPr sz="5516" b="0" cap="none" baseline="0"/>
            </a:lvl1pPr>
          </a:lstStyle>
          <a:p>
            <a:r>
              <a:rPr lang="it-IT"/>
              <a:t>Fare clic per modificare stile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6" y="3654521"/>
            <a:ext cx="8147050" cy="1500187"/>
          </a:xfrm>
        </p:spPr>
        <p:txBody>
          <a:bodyPr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20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21930" indent="0">
              <a:buNone/>
              <a:defRPr sz="1687">
                <a:solidFill>
                  <a:schemeClr val="tx1">
                    <a:tint val="75000"/>
                  </a:schemeClr>
                </a:solidFill>
              </a:defRPr>
            </a:lvl2pPr>
            <a:lvl3pPr marL="843858" indent="0">
              <a:buNone/>
              <a:defRPr sz="1493">
                <a:solidFill>
                  <a:schemeClr val="tx1">
                    <a:tint val="75000"/>
                  </a:schemeClr>
                </a:solidFill>
              </a:defRPr>
            </a:lvl3pPr>
            <a:lvl4pPr marL="1265788" indent="0">
              <a:buNone/>
              <a:defRPr sz="1298">
                <a:solidFill>
                  <a:schemeClr val="tx1">
                    <a:tint val="75000"/>
                  </a:schemeClr>
                </a:solidFill>
              </a:defRPr>
            </a:lvl4pPr>
            <a:lvl5pPr marL="1687718" indent="0">
              <a:buNone/>
              <a:defRPr sz="1298">
                <a:solidFill>
                  <a:schemeClr val="tx1">
                    <a:tint val="75000"/>
                  </a:schemeClr>
                </a:solidFill>
              </a:defRPr>
            </a:lvl5pPr>
            <a:lvl6pPr marL="2109647" indent="0">
              <a:buNone/>
              <a:defRPr sz="1298">
                <a:solidFill>
                  <a:schemeClr val="tx1">
                    <a:tint val="75000"/>
                  </a:schemeClr>
                </a:solidFill>
              </a:defRPr>
            </a:lvl6pPr>
            <a:lvl7pPr marL="2531576" indent="0">
              <a:buNone/>
              <a:defRPr sz="1298">
                <a:solidFill>
                  <a:schemeClr val="tx1">
                    <a:tint val="75000"/>
                  </a:schemeClr>
                </a:solidFill>
              </a:defRPr>
            </a:lvl7pPr>
            <a:lvl8pPr marL="2953506" indent="0">
              <a:buNone/>
              <a:defRPr sz="1298">
                <a:solidFill>
                  <a:schemeClr val="tx1">
                    <a:tint val="75000"/>
                  </a:schemeClr>
                </a:solidFill>
              </a:defRPr>
            </a:lvl8pPr>
            <a:lvl9pPr marL="3375434" indent="0">
              <a:buNone/>
              <a:defRPr sz="12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126164"/>
            <a:ext cx="6629400" cy="365125"/>
          </a:xfrm>
          <a:prstGeom prst="rect">
            <a:avLst/>
          </a:prstGeom>
        </p:spPr>
        <p:txBody>
          <a:bodyPr lIns="130055" tIns="65028" rIns="130055" bIns="65028"/>
          <a:lstStyle/>
          <a:p>
            <a:r>
              <a:rPr lang="it-IT"/>
              <a:t>dfdfgdgdf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Informatica Applicata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5" y="94130"/>
            <a:ext cx="8147051" cy="1452283"/>
          </a:xfrm>
        </p:spPr>
        <p:txBody>
          <a:bodyPr/>
          <a:lstStyle/>
          <a:p>
            <a:r>
              <a:rPr lang="it-IT"/>
              <a:t>Fare clic per modificare stile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475" y="1762125"/>
            <a:ext cx="3840480" cy="4364038"/>
          </a:xfrm>
        </p:spPr>
        <p:txBody>
          <a:bodyPr>
            <a:normAutofit/>
          </a:bodyPr>
          <a:lstStyle>
            <a:lvl1pPr>
              <a:defRPr sz="1817"/>
            </a:lvl1pPr>
            <a:lvl2pPr>
              <a:defRPr sz="1687"/>
            </a:lvl2pPr>
            <a:lvl3pPr>
              <a:defRPr sz="1687"/>
            </a:lvl3pPr>
            <a:lvl4pPr>
              <a:defRPr sz="1687"/>
            </a:lvl4pPr>
            <a:lvl5pPr>
              <a:defRPr sz="1687"/>
            </a:lvl5pPr>
            <a:lvl6pPr>
              <a:defRPr sz="1687"/>
            </a:lvl6pPr>
            <a:lvl7pPr>
              <a:defRPr sz="1687"/>
            </a:lvl7pPr>
            <a:lvl8pPr>
              <a:defRPr sz="1687"/>
            </a:lvl8pPr>
            <a:lvl9pPr>
              <a:defRPr sz="1687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5046" y="1762125"/>
            <a:ext cx="3840480" cy="4364038"/>
          </a:xfrm>
        </p:spPr>
        <p:txBody>
          <a:bodyPr>
            <a:normAutofit/>
          </a:bodyPr>
          <a:lstStyle>
            <a:lvl1pPr>
              <a:defRPr sz="1817"/>
            </a:lvl1pPr>
            <a:lvl2pPr>
              <a:defRPr sz="1687"/>
            </a:lvl2pPr>
            <a:lvl3pPr>
              <a:defRPr sz="1687"/>
            </a:lvl3pPr>
            <a:lvl4pPr>
              <a:defRPr sz="1687"/>
            </a:lvl4pPr>
            <a:lvl5pPr>
              <a:defRPr sz="1687"/>
            </a:lvl5pPr>
            <a:lvl6pPr>
              <a:defRPr sz="1687"/>
            </a:lvl6pPr>
            <a:lvl7pPr>
              <a:defRPr sz="1687"/>
            </a:lvl7pPr>
            <a:lvl8pPr>
              <a:defRPr sz="1687"/>
            </a:lvl8pPr>
            <a:lvl9pPr>
              <a:defRPr sz="1687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0" y="6126164"/>
            <a:ext cx="6629400" cy="365125"/>
          </a:xfrm>
          <a:prstGeom prst="rect">
            <a:avLst/>
          </a:prstGeom>
        </p:spPr>
        <p:txBody>
          <a:bodyPr lIns="130055" tIns="65028" rIns="130055" bIns="65028"/>
          <a:lstStyle/>
          <a:p>
            <a:r>
              <a:rPr lang="it-IT"/>
              <a:t>dfdfgdgdf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Informatica Applicata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32E7-CD1C-8649-98ED-2ABDE863B9F8}" type="slidenum">
              <a:rPr lang="en-GB" smtClean="0"/>
              <a:pPr/>
              <a:t>‹N›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5" y="94130"/>
            <a:ext cx="8147051" cy="1452283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stile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5" y="1550895"/>
            <a:ext cx="3840480" cy="715962"/>
          </a:xfrm>
        </p:spPr>
        <p:txBody>
          <a:bodyPr anchor="b"/>
          <a:lstStyle>
            <a:lvl1pPr marL="0" indent="0" algn="ctr">
              <a:spcBef>
                <a:spcPts val="0"/>
              </a:spcBef>
              <a:buNone/>
              <a:defRPr sz="2206" b="0"/>
            </a:lvl1pPr>
            <a:lvl2pPr marL="421930" indent="0">
              <a:buNone/>
              <a:defRPr sz="1817" b="1"/>
            </a:lvl2pPr>
            <a:lvl3pPr marL="843858" indent="0">
              <a:buNone/>
              <a:defRPr sz="1687" b="1"/>
            </a:lvl3pPr>
            <a:lvl4pPr marL="1265788" indent="0">
              <a:buNone/>
              <a:defRPr sz="1493" b="1"/>
            </a:lvl4pPr>
            <a:lvl5pPr marL="1687718" indent="0">
              <a:buNone/>
              <a:defRPr sz="1493" b="1"/>
            </a:lvl5pPr>
            <a:lvl6pPr marL="2109647" indent="0">
              <a:buNone/>
              <a:defRPr sz="1493" b="1"/>
            </a:lvl6pPr>
            <a:lvl7pPr marL="2531576" indent="0">
              <a:buNone/>
              <a:defRPr sz="1493" b="1"/>
            </a:lvl7pPr>
            <a:lvl8pPr marL="2953506" indent="0">
              <a:buNone/>
              <a:defRPr sz="1493" b="1"/>
            </a:lvl8pPr>
            <a:lvl9pPr marL="3375434" indent="0">
              <a:buNone/>
              <a:defRPr sz="1493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475" y="2541494"/>
            <a:ext cx="3840480" cy="3584668"/>
          </a:xfrm>
        </p:spPr>
        <p:txBody>
          <a:bodyPr>
            <a:normAutofit/>
          </a:bodyPr>
          <a:lstStyle>
            <a:lvl1pPr>
              <a:defRPr sz="1817"/>
            </a:lvl1pPr>
            <a:lvl2pPr>
              <a:defRPr sz="1687"/>
            </a:lvl2pPr>
            <a:lvl3pPr>
              <a:defRPr sz="1687"/>
            </a:lvl3pPr>
            <a:lvl4pPr>
              <a:defRPr sz="1687"/>
            </a:lvl4pPr>
            <a:lvl5pPr>
              <a:defRPr sz="1687"/>
            </a:lvl5pPr>
            <a:lvl6pPr>
              <a:defRPr sz="1493"/>
            </a:lvl6pPr>
            <a:lvl7pPr>
              <a:defRPr sz="1493"/>
            </a:lvl7pPr>
            <a:lvl8pPr>
              <a:defRPr sz="1493"/>
            </a:lvl8pPr>
            <a:lvl9pPr>
              <a:defRPr sz="1493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5046" y="1550895"/>
            <a:ext cx="3840480" cy="715962"/>
          </a:xfrm>
        </p:spPr>
        <p:txBody>
          <a:bodyPr anchor="b"/>
          <a:lstStyle>
            <a:lvl1pPr marL="0" indent="0" algn="ctr">
              <a:spcBef>
                <a:spcPts val="0"/>
              </a:spcBef>
              <a:buNone/>
              <a:defRPr sz="2206" b="0"/>
            </a:lvl1pPr>
            <a:lvl2pPr marL="421930" indent="0">
              <a:buNone/>
              <a:defRPr sz="1817" b="1"/>
            </a:lvl2pPr>
            <a:lvl3pPr marL="843858" indent="0">
              <a:buNone/>
              <a:defRPr sz="1687" b="1"/>
            </a:lvl3pPr>
            <a:lvl4pPr marL="1265788" indent="0">
              <a:buNone/>
              <a:defRPr sz="1493" b="1"/>
            </a:lvl4pPr>
            <a:lvl5pPr marL="1687718" indent="0">
              <a:buNone/>
              <a:defRPr sz="1493" b="1"/>
            </a:lvl5pPr>
            <a:lvl6pPr marL="2109647" indent="0">
              <a:buNone/>
              <a:defRPr sz="1493" b="1"/>
            </a:lvl6pPr>
            <a:lvl7pPr marL="2531576" indent="0">
              <a:buNone/>
              <a:defRPr sz="1493" b="1"/>
            </a:lvl7pPr>
            <a:lvl8pPr marL="2953506" indent="0">
              <a:buNone/>
              <a:defRPr sz="1493" b="1"/>
            </a:lvl8pPr>
            <a:lvl9pPr marL="3375434" indent="0">
              <a:buNone/>
              <a:defRPr sz="1493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5046" y="2541494"/>
            <a:ext cx="3840480" cy="3584668"/>
          </a:xfrm>
        </p:spPr>
        <p:txBody>
          <a:bodyPr>
            <a:normAutofit/>
          </a:bodyPr>
          <a:lstStyle>
            <a:lvl1pPr>
              <a:defRPr sz="1817"/>
            </a:lvl1pPr>
            <a:lvl2pPr>
              <a:defRPr sz="1687"/>
            </a:lvl2pPr>
            <a:lvl3pPr>
              <a:defRPr sz="1687"/>
            </a:lvl3pPr>
            <a:lvl4pPr>
              <a:defRPr sz="1687"/>
            </a:lvl4pPr>
            <a:lvl5pPr>
              <a:defRPr sz="1687"/>
            </a:lvl5pPr>
            <a:lvl6pPr>
              <a:defRPr sz="1493"/>
            </a:lvl6pPr>
            <a:lvl7pPr>
              <a:defRPr sz="1493"/>
            </a:lvl7pPr>
            <a:lvl8pPr>
              <a:defRPr sz="1493"/>
            </a:lvl8pPr>
            <a:lvl9pPr>
              <a:defRPr sz="1493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0" y="6126164"/>
            <a:ext cx="6629400" cy="365125"/>
          </a:xfrm>
          <a:prstGeom prst="rect">
            <a:avLst/>
          </a:prstGeom>
        </p:spPr>
        <p:txBody>
          <a:bodyPr lIns="130055" tIns="65028" rIns="130055" bIns="65028"/>
          <a:lstStyle/>
          <a:p>
            <a:r>
              <a:rPr lang="it-IT"/>
              <a:t>dfdfgdgdf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Informatica Applicata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32E7-CD1C-8649-98ED-2ABDE863B9F8}" type="slidenum">
              <a:rPr lang="en-GB" smtClean="0"/>
              <a:pPr/>
              <a:t>‹N›</a:t>
            </a:fld>
            <a:endParaRPr lang="en-GB"/>
          </a:p>
        </p:txBody>
      </p:sp>
      <p:cxnSp>
        <p:nvCxnSpPr>
          <p:cNvPr id="11" name="Straight Connector 10"/>
          <p:cNvCxnSpPr/>
          <p:nvPr/>
        </p:nvCxnSpPr>
        <p:spPr>
          <a:xfrm>
            <a:off x="502920" y="2353236"/>
            <a:ext cx="3840480" cy="1588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805046" y="2353236"/>
            <a:ext cx="3840480" cy="1588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126164"/>
            <a:ext cx="6629400" cy="365125"/>
          </a:xfrm>
          <a:prstGeom prst="rect">
            <a:avLst/>
          </a:prstGeom>
        </p:spPr>
        <p:txBody>
          <a:bodyPr lIns="130055" tIns="65028" rIns="130055" bIns="65028"/>
          <a:lstStyle/>
          <a:p>
            <a:r>
              <a:rPr lang="it-IT"/>
              <a:t>dfdfgdgdf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Informatica Applicata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32E7-CD1C-8649-98ED-2ABDE863B9F8}" type="slidenum">
              <a:rPr lang="en-GB" smtClean="0"/>
              <a:pPr/>
              <a:t>‹N›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0" y="6126164"/>
            <a:ext cx="6629400" cy="365125"/>
          </a:xfrm>
          <a:prstGeom prst="rect">
            <a:avLst/>
          </a:prstGeom>
        </p:spPr>
        <p:txBody>
          <a:bodyPr lIns="130055" tIns="65028" rIns="130055" bIns="65028"/>
          <a:lstStyle/>
          <a:p>
            <a:r>
              <a:rPr lang="it-IT"/>
              <a:t>dfdfgdgdf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Informatica Applicata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32E7-CD1C-8649-98ED-2ABDE863B9F8}" type="slidenum">
              <a:rPr lang="en-GB" smtClean="0"/>
              <a:pPr/>
              <a:t>‹N›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540" y="416861"/>
            <a:ext cx="3840480" cy="1994647"/>
          </a:xfrm>
        </p:spPr>
        <p:txBody>
          <a:bodyPr anchor="b"/>
          <a:lstStyle>
            <a:lvl1pPr algn="ctr">
              <a:defRPr sz="4087" b="0"/>
            </a:lvl1pPr>
          </a:lstStyle>
          <a:p>
            <a:r>
              <a:rPr lang="it-IT"/>
              <a:t>Fare clic per modificare stile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2532" y="403414"/>
            <a:ext cx="3840480" cy="5722751"/>
          </a:xfrm>
        </p:spPr>
        <p:txBody>
          <a:bodyPr>
            <a:normAutofit/>
          </a:bodyPr>
          <a:lstStyle>
            <a:lvl1pPr>
              <a:defRPr sz="1817"/>
            </a:lvl1pPr>
            <a:lvl2pPr>
              <a:defRPr sz="1817"/>
            </a:lvl2pPr>
            <a:lvl3pPr>
              <a:defRPr sz="1817"/>
            </a:lvl3pPr>
            <a:lvl4pPr>
              <a:defRPr sz="1817"/>
            </a:lvl4pPr>
            <a:lvl5pPr>
              <a:defRPr sz="1817"/>
            </a:lvl5pPr>
            <a:lvl6pPr>
              <a:defRPr sz="1817"/>
            </a:lvl6pPr>
            <a:lvl7pPr>
              <a:defRPr sz="1817"/>
            </a:lvl7pPr>
            <a:lvl8pPr>
              <a:defRPr sz="1817"/>
            </a:lvl8pPr>
            <a:lvl9pPr>
              <a:defRPr sz="1817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7540" y="2438400"/>
            <a:ext cx="3840480" cy="3316942"/>
          </a:xfrm>
        </p:spPr>
        <p:txBody>
          <a:bodyPr>
            <a:normAutofit/>
          </a:bodyPr>
          <a:lstStyle>
            <a:lvl1pPr marL="0" indent="0" algn="ctr">
              <a:buNone/>
              <a:defRPr sz="1557"/>
            </a:lvl1pPr>
            <a:lvl2pPr marL="421930" indent="0">
              <a:buNone/>
              <a:defRPr sz="1103"/>
            </a:lvl2pPr>
            <a:lvl3pPr marL="843858" indent="0">
              <a:buNone/>
              <a:defRPr sz="908"/>
            </a:lvl3pPr>
            <a:lvl4pPr marL="1265788" indent="0">
              <a:buNone/>
              <a:defRPr sz="844"/>
            </a:lvl4pPr>
            <a:lvl5pPr marL="1687718" indent="0">
              <a:buNone/>
              <a:defRPr sz="844"/>
            </a:lvl5pPr>
            <a:lvl6pPr marL="2109647" indent="0">
              <a:buNone/>
              <a:defRPr sz="844"/>
            </a:lvl6pPr>
            <a:lvl7pPr marL="2531576" indent="0">
              <a:buNone/>
              <a:defRPr sz="844"/>
            </a:lvl7pPr>
            <a:lvl8pPr marL="2953506" indent="0">
              <a:buNone/>
              <a:defRPr sz="844"/>
            </a:lvl8pPr>
            <a:lvl9pPr marL="3375434" indent="0">
              <a:buNone/>
              <a:defRPr sz="844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0" y="6126164"/>
            <a:ext cx="6629400" cy="365125"/>
          </a:xfrm>
          <a:prstGeom prst="rect">
            <a:avLst/>
          </a:prstGeom>
        </p:spPr>
        <p:txBody>
          <a:bodyPr lIns="130055" tIns="65028" rIns="130055" bIns="65028"/>
          <a:lstStyle/>
          <a:p>
            <a:r>
              <a:rPr lang="it-IT"/>
              <a:t>dfdfgdgdf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Informatica Applicata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/>
              <a:t>‹N›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540" y="416861"/>
            <a:ext cx="3840480" cy="1994647"/>
          </a:xfrm>
        </p:spPr>
        <p:txBody>
          <a:bodyPr anchor="b"/>
          <a:lstStyle>
            <a:lvl1pPr algn="ctr">
              <a:defRPr sz="4087" b="0"/>
            </a:lvl1pPr>
          </a:lstStyle>
          <a:p>
            <a:r>
              <a:rPr lang="it-IT"/>
              <a:t>Fare clic per modificare stile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7540" y="2438400"/>
            <a:ext cx="3840480" cy="3316942"/>
          </a:xfrm>
        </p:spPr>
        <p:txBody>
          <a:bodyPr>
            <a:normAutofit/>
          </a:bodyPr>
          <a:lstStyle>
            <a:lvl1pPr marL="0" indent="0" algn="ctr">
              <a:buNone/>
              <a:defRPr sz="1557"/>
            </a:lvl1pPr>
            <a:lvl2pPr marL="421930" indent="0">
              <a:buNone/>
              <a:defRPr sz="1103"/>
            </a:lvl2pPr>
            <a:lvl3pPr marL="843858" indent="0">
              <a:buNone/>
              <a:defRPr sz="908"/>
            </a:lvl3pPr>
            <a:lvl4pPr marL="1265788" indent="0">
              <a:buNone/>
              <a:defRPr sz="844"/>
            </a:lvl4pPr>
            <a:lvl5pPr marL="1687718" indent="0">
              <a:buNone/>
              <a:defRPr sz="844"/>
            </a:lvl5pPr>
            <a:lvl6pPr marL="2109647" indent="0">
              <a:buNone/>
              <a:defRPr sz="844"/>
            </a:lvl6pPr>
            <a:lvl7pPr marL="2531576" indent="0">
              <a:buNone/>
              <a:defRPr sz="844"/>
            </a:lvl7pPr>
            <a:lvl8pPr marL="2953506" indent="0">
              <a:buNone/>
              <a:defRPr sz="844"/>
            </a:lvl8pPr>
            <a:lvl9pPr marL="3375434" indent="0">
              <a:buNone/>
              <a:defRPr sz="844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0" y="6126164"/>
            <a:ext cx="6629400" cy="365125"/>
          </a:xfrm>
          <a:prstGeom prst="rect">
            <a:avLst/>
          </a:prstGeom>
        </p:spPr>
        <p:txBody>
          <a:bodyPr lIns="130055" tIns="65028" rIns="130055" bIns="65028"/>
          <a:lstStyle/>
          <a:p>
            <a:r>
              <a:rPr lang="it-IT"/>
              <a:t>dfdfgdgdf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Informatica Applicata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32E7-CD1C-8649-98ED-2ABDE863B9F8}" type="slidenum">
              <a:rPr lang="en-GB" smtClean="0"/>
              <a:pPr/>
              <a:t>‹N›</a:t>
            </a:fld>
            <a:endParaRPr lang="en-GB"/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>
            <a:off x="4805046" y="430307"/>
            <a:ext cx="3840480" cy="5432612"/>
          </a:xfrm>
          <a:solidFill>
            <a:schemeClr val="bg1">
              <a:lumMod val="85000"/>
            </a:schemeClr>
          </a:solidFill>
          <a:ln w="127000" cap="sq">
            <a:solidFill>
              <a:schemeClr val="bg1"/>
            </a:solidFill>
            <a:miter lim="800000"/>
          </a:ln>
          <a:effectLst>
            <a:outerShdw blurRad="76200" dist="12700" dir="5400000" sx="100500" sy="100500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extrusionH="50800">
            <a:extrusionClr>
              <a:schemeClr val="tx1"/>
            </a:extrusionClr>
            <a:contourClr>
              <a:schemeClr val="tx1"/>
            </a:contourClr>
          </a:sp3d>
        </p:spPr>
        <p:txBody>
          <a:bodyPr vert="horz" lIns="130055" tIns="65028" rIns="130055" bIns="65028" rtlCol="0">
            <a:normAutofit/>
          </a:bodyPr>
          <a:lstStyle>
            <a:lvl1pPr marL="421930" indent="-421930" algn="l" defTabSz="843858" rtl="0" eaLnBrk="1" latinLnBrk="0" hangingPunct="1">
              <a:spcBef>
                <a:spcPts val="1846"/>
              </a:spcBef>
              <a:buClr>
                <a:schemeClr val="accent2">
                  <a:lumMod val="50000"/>
                  <a:lumOff val="50000"/>
                </a:schemeClr>
              </a:buClr>
              <a:buSzPct val="75000"/>
              <a:buFont typeface="Wingdings 2" pitchFamily="18" charset="2"/>
              <a:buNone/>
              <a:defRPr sz="201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21930" indent="0">
              <a:buNone/>
              <a:defRPr sz="2596"/>
            </a:lvl2pPr>
            <a:lvl3pPr marL="843858" indent="0">
              <a:buNone/>
              <a:defRPr sz="2206"/>
            </a:lvl3pPr>
            <a:lvl4pPr marL="1265788" indent="0">
              <a:buNone/>
              <a:defRPr sz="1817"/>
            </a:lvl4pPr>
            <a:lvl5pPr marL="1687718" indent="0">
              <a:buNone/>
              <a:defRPr sz="1817"/>
            </a:lvl5pPr>
            <a:lvl6pPr marL="2109647" indent="0">
              <a:buNone/>
              <a:defRPr sz="1817"/>
            </a:lvl6pPr>
            <a:lvl7pPr marL="2531576" indent="0">
              <a:buNone/>
              <a:defRPr sz="1817"/>
            </a:lvl7pPr>
            <a:lvl8pPr marL="2953506" indent="0">
              <a:buNone/>
              <a:defRPr sz="1817"/>
            </a:lvl8pPr>
            <a:lvl9pPr marL="3375434" indent="0">
              <a:buNone/>
              <a:defRPr sz="1817"/>
            </a:lvl9pPr>
          </a:lstStyle>
          <a:p>
            <a:r>
              <a:rPr lang="it-IT"/>
              <a:t>Fare clic sull'icona per inserire un'immagine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126164"/>
            <a:ext cx="6629400" cy="365125"/>
          </a:xfrm>
          <a:prstGeom prst="rect">
            <a:avLst/>
          </a:prstGeom>
        </p:spPr>
        <p:txBody>
          <a:bodyPr lIns="130055" tIns="65028" rIns="130055" bIns="65028"/>
          <a:lstStyle/>
          <a:p>
            <a:r>
              <a:rPr lang="it-IT"/>
              <a:t>dfdfgdgdf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Informatica Applicata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32E7-CD1C-8649-98ED-2ABDE863B9F8}" type="slidenum">
              <a:rPr lang="en-GB" smtClean="0"/>
              <a:pPr/>
              <a:t>‹N›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61411" y="417513"/>
            <a:ext cx="1600200" cy="5708650"/>
          </a:xfrm>
        </p:spPr>
        <p:txBody>
          <a:bodyPr vert="eaVert"/>
          <a:lstStyle/>
          <a:p>
            <a:r>
              <a:rPr lang="it-IT"/>
              <a:t>Fare clic per modificare stile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1175" y="417513"/>
            <a:ext cx="6499225" cy="570865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126164"/>
            <a:ext cx="6629400" cy="365125"/>
          </a:xfrm>
          <a:prstGeom prst="rect">
            <a:avLst/>
          </a:prstGeom>
        </p:spPr>
        <p:txBody>
          <a:bodyPr lIns="130055" tIns="65028" rIns="130055" bIns="65028"/>
          <a:lstStyle/>
          <a:p>
            <a:r>
              <a:rPr lang="it-IT"/>
              <a:t>dfdfgdgdf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Informatica Applicata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32E7-CD1C-8649-98ED-2ABDE863B9F8}" type="slidenum">
              <a:rPr lang="en-GB" smtClean="0"/>
              <a:pPr/>
              <a:t>‹N›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mula di chius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126164"/>
            <a:ext cx="6629400" cy="365125"/>
          </a:xfrm>
          <a:prstGeom prst="rect">
            <a:avLst/>
          </a:prstGeom>
        </p:spPr>
        <p:txBody>
          <a:bodyPr vert="horz" lIns="130055" tIns="65028" rIns="130055" bIns="65028" rtlCol="0" anchor="ctr"/>
          <a:lstStyle>
            <a:lvl1pPr marL="0" algn="l" defTabSz="843858" rtl="0" eaLnBrk="1" latinLnBrk="0" hangingPunct="1">
              <a:defRPr sz="1038" kern="1200">
                <a:solidFill>
                  <a:schemeClr val="bg1">
                    <a:lumMod val="75000"/>
                    <a:lumOff val="25000"/>
                  </a:schemeClr>
                </a:solidFill>
                <a:effectLst>
                  <a:outerShdw blurRad="25400" dist="12700" dir="42000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it-IT"/>
              <a:t>dfdfgdgdf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vert="horz" lIns="130055" tIns="65028" rIns="130055" bIns="65028" rtlCol="0" anchor="ctr"/>
          <a:lstStyle>
            <a:lvl1pPr marL="0" algn="ctr" defTabSz="843858" rtl="0" eaLnBrk="1" latinLnBrk="0" hangingPunct="1">
              <a:defRPr sz="1038" kern="1200">
                <a:solidFill>
                  <a:schemeClr val="bg1">
                    <a:lumMod val="75000"/>
                    <a:lumOff val="25000"/>
                  </a:schemeClr>
                </a:solidFill>
                <a:effectLst>
                  <a:outerShdw blurRad="25400" dist="12700" dir="42000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it-IT"/>
              <a:t>Informatica Applicata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vert="horz" lIns="130055" tIns="65028" rIns="130055" bIns="65028" rtlCol="0" anchor="ctr"/>
          <a:lstStyle>
            <a:lvl1pPr marL="0" algn="r" defTabSz="843858" rtl="0" eaLnBrk="1" latinLnBrk="0" hangingPunct="1">
              <a:defRPr sz="1038" kern="1200">
                <a:solidFill>
                  <a:schemeClr val="bg1">
                    <a:lumMod val="75000"/>
                    <a:lumOff val="25000"/>
                  </a:schemeClr>
                </a:solidFill>
                <a:effectLst>
                  <a:outerShdw blurRad="25400" dist="12700" dir="42000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fld id="{389832E7-CD1C-8649-98ED-2ABDE863B9F8}" type="slidenum">
              <a:rPr lang="en-GB" smtClean="0"/>
              <a:pPr/>
              <a:t>‹N›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8348" y="1371600"/>
            <a:ext cx="8147304" cy="1344168"/>
          </a:xfrm>
        </p:spPr>
        <p:txBody>
          <a:bodyPr vert="horz" lIns="130055" tIns="65028" rIns="130055" bIns="65028" rtlCol="0" anchor="b" anchorCtr="0">
            <a:normAutofit/>
            <a:scene3d>
              <a:camera prst="orthographicFront"/>
              <a:lightRig rig="threePt" dir="t">
                <a:rot lat="0" lon="0" rev="10800000"/>
              </a:lightRig>
            </a:scene3d>
            <a:sp3d extrusionH="57150">
              <a:bevelT w="38100" h="38100" prst="relaxedInset"/>
              <a:bevelB w="38100" h="38100" prst="relaxedInset"/>
            </a:sp3d>
          </a:bodyPr>
          <a:lstStyle>
            <a:lvl1pPr algn="ctr" defTabSz="843858" rtl="0" eaLnBrk="1" latinLnBrk="0" hangingPunct="1">
              <a:lnSpc>
                <a:spcPts val="5906"/>
              </a:lnSpc>
              <a:spcBef>
                <a:spcPct val="0"/>
              </a:spcBef>
              <a:buNone/>
              <a:defRPr sz="5516" kern="1200">
                <a:solidFill>
                  <a:schemeClr val="bg1"/>
                </a:solidFill>
                <a:effectLst>
                  <a:outerShdw blurRad="25400" dist="19050" dir="4200000" algn="ctr" rotWithShape="0">
                    <a:schemeClr val="tx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it-IT"/>
              <a:t>Fare clic per modificare stile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8348" y="2715768"/>
            <a:ext cx="8147304" cy="667512"/>
          </a:xfrm>
        </p:spPr>
        <p:txBody>
          <a:bodyPr vert="horz" lIns="130055" tIns="65028" rIns="130055" bIns="65028" rtlCol="0">
            <a:normAutofit/>
            <a:scene3d>
              <a:camera prst="orthographicFront"/>
              <a:lightRig rig="threePt" dir="t"/>
            </a:scene3d>
            <a:sp3d extrusionH="57150">
              <a:bevelT w="38100" h="38100" prst="relaxedInset"/>
              <a:bevelB w="38100" h="38100" prst="relaxedInset"/>
            </a:sp3d>
          </a:bodyPr>
          <a:lstStyle>
            <a:lvl1pPr marL="0" indent="0" algn="ctr" defTabSz="843858" rtl="0" eaLnBrk="1" latinLnBrk="0" hangingPunct="1">
              <a:spcBef>
                <a:spcPts val="0"/>
              </a:spcBef>
              <a:buClr>
                <a:schemeClr val="tx1">
                  <a:lumMod val="75000"/>
                  <a:lumOff val="25000"/>
                </a:schemeClr>
              </a:buClr>
              <a:buSzPct val="75000"/>
              <a:buFont typeface="Wingdings 2" pitchFamily="18" charset="2"/>
              <a:buNone/>
              <a:defRPr sz="2011" b="0" kern="1200" baseline="0">
                <a:solidFill>
                  <a:schemeClr val="bg1"/>
                </a:solidFill>
                <a:effectLst>
                  <a:outerShdw blurRad="25400" dist="25400" dir="42000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219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57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77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096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15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35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5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vert="horz" lIns="130055" tIns="65028" rIns="130055" bIns="65028" rtlCol="0" anchor="ctr"/>
          <a:lstStyle>
            <a:lvl1pPr marL="0" algn="l" defTabSz="843858" rtl="0" eaLnBrk="1" latinLnBrk="0" hangingPunct="1">
              <a:defRPr sz="1038" kern="1200">
                <a:solidFill>
                  <a:schemeClr val="bg1">
                    <a:lumMod val="75000"/>
                    <a:lumOff val="25000"/>
                  </a:schemeClr>
                </a:solidFill>
                <a:effectLst>
                  <a:outerShdw blurRad="25400" dist="12700" dir="42000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it-IT">
                <a:solidFill>
                  <a:prstClr val="black">
                    <a:lumMod val="75000"/>
                    <a:lumOff val="25000"/>
                  </a:prstClr>
                </a:solidFill>
                <a:effectLst>
                  <a:outerShdw blurRad="25400" dist="12700" dir="4200000" algn="ctr" rotWithShape="0">
                    <a:prstClr val="white">
                      <a:alpha val="40000"/>
                    </a:prstClr>
                  </a:outerShdw>
                </a:effectLst>
              </a:rPr>
              <a:t>dfdfgdgdf</a:t>
            </a:r>
            <a:endParaRPr lang="en-US">
              <a:solidFill>
                <a:prstClr val="black">
                  <a:lumMod val="75000"/>
                  <a:lumOff val="25000"/>
                </a:prstClr>
              </a:solidFill>
              <a:effectLst>
                <a:outerShdw blurRad="25400" dist="12700" dir="4200000" algn="ctr" rotWithShape="0">
                  <a:prstClr val="white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130055" tIns="65028" rIns="130055" bIns="65028" rtlCol="0" anchor="ctr"/>
          <a:lstStyle>
            <a:lvl1pPr marL="0" algn="ctr" defTabSz="843858" rtl="0" eaLnBrk="1" latinLnBrk="0" hangingPunct="1">
              <a:defRPr sz="1038" kern="1200">
                <a:solidFill>
                  <a:schemeClr val="bg1">
                    <a:lumMod val="75000"/>
                    <a:lumOff val="25000"/>
                  </a:schemeClr>
                </a:solidFill>
                <a:effectLst>
                  <a:outerShdw blurRad="25400" dist="12700" dir="42000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it-IT">
                <a:solidFill>
                  <a:prstClr val="black">
                    <a:lumMod val="75000"/>
                    <a:lumOff val="25000"/>
                  </a:prstClr>
                </a:solidFill>
                <a:effectLst>
                  <a:outerShdw blurRad="25400" dist="12700" dir="4200000" algn="ctr" rotWithShape="0">
                    <a:prstClr val="white">
                      <a:alpha val="40000"/>
                    </a:prstClr>
                  </a:outerShdw>
                </a:effectLst>
              </a:rPr>
              <a:t>Informatica Applicata</a:t>
            </a:r>
            <a:endParaRPr lang="en-US">
              <a:solidFill>
                <a:prstClr val="black">
                  <a:lumMod val="75000"/>
                  <a:lumOff val="25000"/>
                </a:prstClr>
              </a:solidFill>
              <a:effectLst>
                <a:outerShdw blurRad="25400" dist="12700" dir="4200000" algn="ctr" rotWithShape="0">
                  <a:prstClr val="white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130055" tIns="65028" rIns="130055" bIns="65028" rtlCol="0" anchor="ctr"/>
          <a:lstStyle>
            <a:lvl1pPr marL="0" algn="r" defTabSz="843858" rtl="0" eaLnBrk="1" latinLnBrk="0" hangingPunct="1">
              <a:defRPr sz="1038" kern="1200">
                <a:solidFill>
                  <a:schemeClr val="bg1">
                    <a:lumMod val="75000"/>
                    <a:lumOff val="25000"/>
                  </a:schemeClr>
                </a:solidFill>
                <a:effectLst>
                  <a:outerShdw blurRad="25400" dist="12700" dir="42000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fld id="{69E29E33-B620-47F9-BB04-8846C2A5AFCC}" type="slidenum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  <a:effectLst>
                  <a:outerShdw blurRad="25400" dist="12700" dir="4200000" algn="ctr" rotWithShape="0">
                    <a:prstClr val="white">
                      <a:alpha val="40000"/>
                    </a:prstClr>
                  </a:outerShdw>
                </a:effectLst>
              </a:rPr>
              <a:pPr/>
              <a:t>‹N›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  <a:effectLst>
                <a:outerShdw blurRad="25400" dist="12700" dir="4200000" algn="ctr" rotWithShape="0">
                  <a:prstClr val="white">
                    <a:alpha val="40000"/>
                  </a:prstClr>
                </a:outerShdw>
              </a:effectLst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126164"/>
            <a:ext cx="6629400" cy="365125"/>
          </a:xfrm>
          <a:prstGeom prst="rect">
            <a:avLst/>
          </a:prstGeom>
        </p:spPr>
        <p:txBody>
          <a:bodyPr lIns="130055" tIns="65028" rIns="130055" bIns="65028"/>
          <a:lstStyle/>
          <a:p>
            <a:r>
              <a:rPr lang="it-IT">
                <a:solidFill>
                  <a:prstClr val="black"/>
                </a:solidFill>
              </a:rPr>
              <a:t>dfdfgdgdf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>
                <a:solidFill>
                  <a:prstClr val="black">
                    <a:lumMod val="75000"/>
                    <a:lumOff val="25000"/>
                  </a:prstClr>
                </a:solidFill>
              </a:rPr>
              <a:t>Informatica Applicata</a:t>
            </a:r>
            <a:endParaRPr lang="en-GB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32E7-CD1C-8649-98ED-2ABDE863B9F8}" type="slidenum">
              <a:rPr lang="en-GB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‹N›</a:t>
            </a:fld>
            <a:endParaRPr lang="en-GB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1643" y="215358"/>
            <a:ext cx="8147051" cy="521764"/>
          </a:xfrm>
          <a:prstGeom prst="rect">
            <a:avLst/>
          </a:prstGeom>
        </p:spPr>
        <p:txBody>
          <a:bodyPr vert="horz" lIns="130055" tIns="65028" rIns="130055" bIns="65028" rtlCol="0" anchor="b" anchorCtr="0">
            <a:noAutofit/>
          </a:bodyPr>
          <a:lstStyle/>
          <a:p>
            <a:r>
              <a:rPr lang="it-IT" dirty="0"/>
              <a:t>Fare clic per modificare stile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5" y="974617"/>
            <a:ext cx="8147051" cy="5151547"/>
          </a:xfrm>
          <a:prstGeom prst="rect">
            <a:avLst/>
          </a:prstGeom>
        </p:spPr>
        <p:txBody>
          <a:bodyPr vert="horz" lIns="130055" tIns="65028" rIns="130055" bIns="65028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1641" y="6374839"/>
            <a:ext cx="5521326" cy="365125"/>
          </a:xfrm>
          <a:prstGeom prst="rect">
            <a:avLst/>
          </a:prstGeom>
        </p:spPr>
        <p:txBody>
          <a:bodyPr vert="horz" lIns="130055" tIns="65028" rIns="130055" bIns="65028" rtlCol="0" anchor="ctr"/>
          <a:lstStyle>
            <a:lvl1pPr marL="0" marR="0" indent="0" algn="l" defTabSz="4219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38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/>
              <a:t>UNIMIB-TTC: Elementi di Informatica</a:t>
            </a:r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9596" y="6356352"/>
            <a:ext cx="641664" cy="365125"/>
          </a:xfrm>
          <a:prstGeom prst="rect">
            <a:avLst/>
          </a:prstGeom>
        </p:spPr>
        <p:txBody>
          <a:bodyPr vert="horz" lIns="130055" tIns="65028" rIns="130055" bIns="65028" rtlCol="0" anchor="ctr"/>
          <a:lstStyle>
            <a:lvl1pPr algn="r">
              <a:defRPr sz="1038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89832E7-CD1C-8649-98ED-2ABDE863B9F8}" type="slidenum">
              <a:rPr lang="en-GB" smtClean="0"/>
              <a:pPr/>
              <a:t>‹N›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37" r:id="rId1"/>
    <p:sldLayoutId id="2147484438" r:id="rId2"/>
    <p:sldLayoutId id="2147484439" r:id="rId3"/>
    <p:sldLayoutId id="2147484440" r:id="rId4"/>
    <p:sldLayoutId id="2147484441" r:id="rId5"/>
    <p:sldLayoutId id="2147484442" r:id="rId6"/>
    <p:sldLayoutId id="2147484443" r:id="rId7"/>
    <p:sldLayoutId id="2147484444" r:id="rId8"/>
    <p:sldLayoutId id="2147484445" r:id="rId9"/>
    <p:sldLayoutId id="2147484446" r:id="rId10"/>
    <p:sldLayoutId id="2147484447" r:id="rId11"/>
    <p:sldLayoutId id="2147484448" r:id="rId12"/>
    <p:sldLayoutId id="2147484449" r:id="rId13"/>
  </p:sldLayoutIdLst>
  <p:hf hdr="0" dt="0"/>
  <p:txStyles>
    <p:titleStyle>
      <a:lvl1pPr algn="l" defTabSz="843858" rtl="0" eaLnBrk="1" latinLnBrk="0" hangingPunct="1">
        <a:spcBef>
          <a:spcPct val="0"/>
        </a:spcBef>
        <a:buNone/>
        <a:defRPr sz="3309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21930" indent="-421930" algn="l" defTabSz="843858" rtl="0" eaLnBrk="1" latinLnBrk="0" hangingPunct="1">
        <a:spcBef>
          <a:spcPts val="1846"/>
        </a:spcBef>
        <a:buClr>
          <a:schemeClr val="tx1">
            <a:lumMod val="75000"/>
            <a:lumOff val="25000"/>
          </a:schemeClr>
        </a:buClr>
        <a:buSzPct val="75000"/>
        <a:buFont typeface="Wingdings 2" charset="2"/>
        <a:buChar char="﹢"/>
        <a:defRPr sz="2011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843858" indent="-421930" algn="l" defTabSz="843858" rtl="0" eaLnBrk="1" latinLnBrk="0" hangingPunct="1">
        <a:spcBef>
          <a:spcPts val="554"/>
        </a:spcBef>
        <a:buClr>
          <a:schemeClr val="tx1">
            <a:lumMod val="50000"/>
            <a:lumOff val="50000"/>
          </a:schemeClr>
        </a:buClr>
        <a:buSzPct val="75000"/>
        <a:buFont typeface="Wingdings 2" charset="2"/>
        <a:buChar char="﹢"/>
        <a:defRPr sz="1817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65788" indent="-421930" algn="l" defTabSz="843858" rtl="0" eaLnBrk="1" latinLnBrk="0" hangingPunct="1">
        <a:spcBef>
          <a:spcPts val="554"/>
        </a:spcBef>
        <a:buClr>
          <a:schemeClr val="tx1">
            <a:lumMod val="75000"/>
            <a:lumOff val="25000"/>
          </a:schemeClr>
        </a:buClr>
        <a:buSzPct val="75000"/>
        <a:buFont typeface="Wingdings 2" charset="2"/>
        <a:buChar char="﹢"/>
        <a:defRPr sz="1687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87718" indent="-421930" algn="l" defTabSz="843858" rtl="0" eaLnBrk="1" latinLnBrk="0" hangingPunct="1">
        <a:spcBef>
          <a:spcPts val="554"/>
        </a:spcBef>
        <a:buClr>
          <a:schemeClr val="tx1">
            <a:lumMod val="50000"/>
            <a:lumOff val="50000"/>
          </a:schemeClr>
        </a:buClr>
        <a:buSzPct val="75000"/>
        <a:buFont typeface="Wingdings 2" charset="2"/>
        <a:buChar char="﹢"/>
        <a:defRPr sz="1687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09647" indent="-421930" algn="l" defTabSz="843858" rtl="0" eaLnBrk="1" latinLnBrk="0" hangingPunct="1">
        <a:spcBef>
          <a:spcPts val="554"/>
        </a:spcBef>
        <a:buClr>
          <a:schemeClr val="tx1">
            <a:lumMod val="75000"/>
            <a:lumOff val="25000"/>
          </a:schemeClr>
        </a:buClr>
        <a:buSzPct val="75000"/>
        <a:buFont typeface="Wingdings 2" charset="2"/>
        <a:buChar char="﹢"/>
        <a:defRPr sz="1687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320612" indent="-210965" algn="l" defTabSz="843858" rtl="0" eaLnBrk="1" latinLnBrk="0" hangingPunct="1">
        <a:spcBef>
          <a:spcPct val="20000"/>
        </a:spcBef>
        <a:buFont typeface="Arial" pitchFamily="34" charset="0"/>
        <a:buChar char="•"/>
        <a:defRPr sz="1817" kern="1200">
          <a:solidFill>
            <a:schemeClr val="tx1"/>
          </a:solidFill>
          <a:latin typeface="+mn-lt"/>
          <a:ea typeface="+mn-ea"/>
          <a:cs typeface="+mn-cs"/>
        </a:defRPr>
      </a:lvl6pPr>
      <a:lvl7pPr marL="2742540" indent="-210965" algn="l" defTabSz="843858" rtl="0" eaLnBrk="1" latinLnBrk="0" hangingPunct="1">
        <a:spcBef>
          <a:spcPct val="20000"/>
        </a:spcBef>
        <a:buFont typeface="Arial" pitchFamily="34" charset="0"/>
        <a:buChar char="•"/>
        <a:defRPr sz="1817" kern="1200">
          <a:solidFill>
            <a:schemeClr val="tx1"/>
          </a:solidFill>
          <a:latin typeface="+mn-lt"/>
          <a:ea typeface="+mn-ea"/>
          <a:cs typeface="+mn-cs"/>
        </a:defRPr>
      </a:lvl7pPr>
      <a:lvl8pPr marL="3164470" indent="-210965" algn="l" defTabSz="843858" rtl="0" eaLnBrk="1" latinLnBrk="0" hangingPunct="1">
        <a:spcBef>
          <a:spcPct val="20000"/>
        </a:spcBef>
        <a:buFont typeface="Arial" pitchFamily="34" charset="0"/>
        <a:buChar char="•"/>
        <a:defRPr sz="1817" kern="1200">
          <a:solidFill>
            <a:schemeClr val="tx1"/>
          </a:solidFill>
          <a:latin typeface="+mn-lt"/>
          <a:ea typeface="+mn-ea"/>
          <a:cs typeface="+mn-cs"/>
        </a:defRPr>
      </a:lvl8pPr>
      <a:lvl9pPr marL="3586400" indent="-210965" algn="l" defTabSz="843858" rtl="0" eaLnBrk="1" latinLnBrk="0" hangingPunct="1">
        <a:spcBef>
          <a:spcPct val="20000"/>
        </a:spcBef>
        <a:buFont typeface="Arial" pitchFamily="34" charset="0"/>
        <a:buChar char="•"/>
        <a:defRPr sz="18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843858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1pPr>
      <a:lvl2pPr marL="421930" algn="l" defTabSz="843858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2pPr>
      <a:lvl3pPr marL="843858" algn="l" defTabSz="843858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3pPr>
      <a:lvl4pPr marL="1265788" algn="l" defTabSz="843858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4pPr>
      <a:lvl5pPr marL="1687718" algn="l" defTabSz="843858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5pPr>
      <a:lvl6pPr marL="2109647" algn="l" defTabSz="843858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6pPr>
      <a:lvl7pPr marL="2531576" algn="l" defTabSz="843858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7pPr>
      <a:lvl8pPr marL="2953506" algn="l" defTabSz="843858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8pPr>
      <a:lvl9pPr marL="3375434" algn="l" defTabSz="843858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475" y="94130"/>
            <a:ext cx="8147051" cy="1452283"/>
          </a:xfrm>
          <a:prstGeom prst="rect">
            <a:avLst/>
          </a:prstGeom>
        </p:spPr>
        <p:txBody>
          <a:bodyPr vert="horz" lIns="130055" tIns="65028" rIns="130055" bIns="65028" rtlCol="0" anchor="b" anchorCtr="0">
            <a:noAutofit/>
          </a:bodyPr>
          <a:lstStyle/>
          <a:p>
            <a:r>
              <a:rPr lang="it-IT"/>
              <a:t>Fare clic per modificare stile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5" y="1761565"/>
            <a:ext cx="8147051" cy="4364598"/>
          </a:xfrm>
          <a:prstGeom prst="rect">
            <a:avLst/>
          </a:prstGeom>
        </p:spPr>
        <p:txBody>
          <a:bodyPr vert="horz" lIns="130055" tIns="65028" rIns="130055" bIns="65028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259" y="6356352"/>
            <a:ext cx="2133600" cy="365125"/>
          </a:xfrm>
          <a:prstGeom prst="rect">
            <a:avLst/>
          </a:prstGeom>
        </p:spPr>
        <p:txBody>
          <a:bodyPr vert="horz" lIns="130055" tIns="65028" rIns="130055" bIns="65028" rtlCol="0" anchor="ctr"/>
          <a:lstStyle>
            <a:lvl1pPr algn="l">
              <a:defRPr sz="103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it-IT">
                <a:solidFill>
                  <a:prstClr val="black">
                    <a:lumMod val="75000"/>
                    <a:lumOff val="25000"/>
                  </a:prstClr>
                </a:solidFill>
              </a:rPr>
              <a:t>dfdfgdgdf</a:t>
            </a:r>
            <a:endParaRPr lang="en-GB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130055" tIns="65028" rIns="130055" bIns="65028" rtlCol="0" anchor="ctr"/>
          <a:lstStyle>
            <a:lvl1pPr algn="ctr">
              <a:defRPr sz="103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it-IT">
                <a:solidFill>
                  <a:prstClr val="black">
                    <a:lumMod val="75000"/>
                    <a:lumOff val="25000"/>
                  </a:prstClr>
                </a:solidFill>
              </a:rPr>
              <a:t>Informatica Applicata</a:t>
            </a:r>
            <a:endParaRPr lang="en-GB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17660" y="6356352"/>
            <a:ext cx="2133600" cy="365125"/>
          </a:xfrm>
          <a:prstGeom prst="rect">
            <a:avLst/>
          </a:prstGeom>
        </p:spPr>
        <p:txBody>
          <a:bodyPr vert="horz" lIns="130055" tIns="65028" rIns="130055" bIns="65028" rtlCol="0" anchor="ctr"/>
          <a:lstStyle>
            <a:lvl1pPr algn="r">
              <a:defRPr sz="103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89832E7-CD1C-8649-98ED-2ABDE863B9F8}" type="slidenum">
              <a:rPr lang="en-GB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‹N›</a:t>
            </a:fld>
            <a:endParaRPr lang="en-GB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51" r:id="rId1"/>
  </p:sldLayoutIdLst>
  <p:hf hdr="0" dt="0"/>
  <p:txStyles>
    <p:titleStyle>
      <a:lvl1pPr algn="ctr" defTabSz="843858" rtl="0" eaLnBrk="1" latinLnBrk="0" hangingPunct="1">
        <a:spcBef>
          <a:spcPct val="0"/>
        </a:spcBef>
        <a:buNone/>
        <a:defRPr sz="46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1930" indent="-421930" algn="l" defTabSz="843858" rtl="0" eaLnBrk="1" latinLnBrk="0" hangingPunct="1">
        <a:spcBef>
          <a:spcPts val="1846"/>
        </a:spcBef>
        <a:buClr>
          <a:schemeClr val="tx1">
            <a:lumMod val="75000"/>
            <a:lumOff val="25000"/>
          </a:schemeClr>
        </a:buClr>
        <a:buSzPct val="75000"/>
        <a:buFont typeface="Wingdings 2" pitchFamily="18" charset="2"/>
        <a:buChar char=""/>
        <a:defRPr sz="201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43858" indent="-421930" algn="l" defTabSz="843858" rtl="0" eaLnBrk="1" latinLnBrk="0" hangingPunct="1">
        <a:spcBef>
          <a:spcPts val="554"/>
        </a:spcBef>
        <a:buClr>
          <a:schemeClr val="tx1">
            <a:lumMod val="50000"/>
            <a:lumOff val="50000"/>
          </a:schemeClr>
        </a:buClr>
        <a:buSzPct val="75000"/>
        <a:buFont typeface="Wingdings 2" pitchFamily="18" charset="2"/>
        <a:buChar char=""/>
        <a:defRPr sz="181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65788" indent="-421930" algn="l" defTabSz="843858" rtl="0" eaLnBrk="1" latinLnBrk="0" hangingPunct="1">
        <a:spcBef>
          <a:spcPts val="554"/>
        </a:spcBef>
        <a:buClr>
          <a:schemeClr val="tx1">
            <a:lumMod val="75000"/>
            <a:lumOff val="25000"/>
          </a:schemeClr>
        </a:buClr>
        <a:buSzPct val="75000"/>
        <a:buFont typeface="Wingdings 2" pitchFamily="18" charset="2"/>
        <a:buChar char=""/>
        <a:defRPr sz="168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87718" indent="-421930" algn="l" defTabSz="843858" rtl="0" eaLnBrk="1" latinLnBrk="0" hangingPunct="1">
        <a:spcBef>
          <a:spcPts val="554"/>
        </a:spcBef>
        <a:buClr>
          <a:schemeClr val="tx1">
            <a:lumMod val="50000"/>
            <a:lumOff val="50000"/>
          </a:schemeClr>
        </a:buClr>
        <a:buSzPct val="75000"/>
        <a:buFont typeface="Wingdings 2" pitchFamily="18" charset="2"/>
        <a:buChar char=""/>
        <a:defRPr sz="168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09647" indent="-421930" algn="l" defTabSz="843858" rtl="0" eaLnBrk="1" latinLnBrk="0" hangingPunct="1">
        <a:spcBef>
          <a:spcPts val="554"/>
        </a:spcBef>
        <a:buClr>
          <a:schemeClr val="tx1">
            <a:lumMod val="75000"/>
            <a:lumOff val="25000"/>
          </a:schemeClr>
        </a:buClr>
        <a:buSzPct val="75000"/>
        <a:buFont typeface="Wingdings 2" pitchFamily="18" charset="2"/>
        <a:buChar char=""/>
        <a:defRPr sz="168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320612" indent="-210965" algn="l" defTabSz="843858" rtl="0" eaLnBrk="1" latinLnBrk="0" hangingPunct="1">
        <a:spcBef>
          <a:spcPct val="20000"/>
        </a:spcBef>
        <a:buFont typeface="Arial" pitchFamily="34" charset="0"/>
        <a:buChar char="•"/>
        <a:defRPr sz="1817" kern="1200">
          <a:solidFill>
            <a:schemeClr val="tx1"/>
          </a:solidFill>
          <a:latin typeface="+mn-lt"/>
          <a:ea typeface="+mn-ea"/>
          <a:cs typeface="+mn-cs"/>
        </a:defRPr>
      </a:lvl6pPr>
      <a:lvl7pPr marL="2742540" indent="-210965" algn="l" defTabSz="843858" rtl="0" eaLnBrk="1" latinLnBrk="0" hangingPunct="1">
        <a:spcBef>
          <a:spcPct val="20000"/>
        </a:spcBef>
        <a:buFont typeface="Arial" pitchFamily="34" charset="0"/>
        <a:buChar char="•"/>
        <a:defRPr sz="1817" kern="1200">
          <a:solidFill>
            <a:schemeClr val="tx1"/>
          </a:solidFill>
          <a:latin typeface="+mn-lt"/>
          <a:ea typeface="+mn-ea"/>
          <a:cs typeface="+mn-cs"/>
        </a:defRPr>
      </a:lvl7pPr>
      <a:lvl8pPr marL="3164470" indent="-210965" algn="l" defTabSz="843858" rtl="0" eaLnBrk="1" latinLnBrk="0" hangingPunct="1">
        <a:spcBef>
          <a:spcPct val="20000"/>
        </a:spcBef>
        <a:buFont typeface="Arial" pitchFamily="34" charset="0"/>
        <a:buChar char="•"/>
        <a:defRPr sz="1817" kern="1200">
          <a:solidFill>
            <a:schemeClr val="tx1"/>
          </a:solidFill>
          <a:latin typeface="+mn-lt"/>
          <a:ea typeface="+mn-ea"/>
          <a:cs typeface="+mn-cs"/>
        </a:defRPr>
      </a:lvl8pPr>
      <a:lvl9pPr marL="3586400" indent="-210965" algn="l" defTabSz="843858" rtl="0" eaLnBrk="1" latinLnBrk="0" hangingPunct="1">
        <a:spcBef>
          <a:spcPct val="20000"/>
        </a:spcBef>
        <a:buFont typeface="Arial" pitchFamily="34" charset="0"/>
        <a:buChar char="•"/>
        <a:defRPr sz="18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843858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1pPr>
      <a:lvl2pPr marL="421930" algn="l" defTabSz="843858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2pPr>
      <a:lvl3pPr marL="843858" algn="l" defTabSz="843858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3pPr>
      <a:lvl4pPr marL="1265788" algn="l" defTabSz="843858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4pPr>
      <a:lvl5pPr marL="1687718" algn="l" defTabSz="843858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5pPr>
      <a:lvl6pPr marL="2109647" algn="l" defTabSz="843858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6pPr>
      <a:lvl7pPr marL="2531576" algn="l" defTabSz="843858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7pPr>
      <a:lvl8pPr marL="2953506" algn="l" defTabSz="843858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8pPr>
      <a:lvl9pPr marL="3375434" algn="l" defTabSz="843858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475" y="246110"/>
            <a:ext cx="8147051" cy="521764"/>
          </a:xfrm>
          <a:prstGeom prst="rect">
            <a:avLst/>
          </a:prstGeom>
        </p:spPr>
        <p:txBody>
          <a:bodyPr vert="horz" lIns="130055" tIns="65028" rIns="130055" bIns="65028" rtlCol="0" anchor="b" anchorCtr="0">
            <a:noAutofit/>
          </a:bodyPr>
          <a:lstStyle/>
          <a:p>
            <a:r>
              <a:rPr lang="it-IT" dirty="0"/>
              <a:t>Fare clic per modificare stile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5" y="1171509"/>
            <a:ext cx="8147051" cy="4954655"/>
          </a:xfrm>
          <a:prstGeom prst="rect">
            <a:avLst/>
          </a:prstGeom>
        </p:spPr>
        <p:txBody>
          <a:bodyPr vert="horz" lIns="130055" tIns="65028" rIns="130055" bIns="65028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8475" y="6356352"/>
            <a:ext cx="5521326" cy="365125"/>
          </a:xfrm>
          <a:prstGeom prst="rect">
            <a:avLst/>
          </a:prstGeom>
        </p:spPr>
        <p:txBody>
          <a:bodyPr vert="horz" lIns="130055" tIns="65028" rIns="130055" bIns="65028" rtlCol="0" anchor="ctr"/>
          <a:lstStyle>
            <a:lvl1pPr algn="ctr">
              <a:defRPr sz="103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l"/>
            <a:r>
              <a:rPr lang="it-IT">
                <a:solidFill>
                  <a:prstClr val="black">
                    <a:lumMod val="75000"/>
                    <a:lumOff val="25000"/>
                  </a:prstClr>
                </a:solidFill>
              </a:rPr>
              <a:t>Informatica Applicata</a:t>
            </a:r>
            <a:endParaRPr lang="en-GB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9596" y="6356352"/>
            <a:ext cx="641664" cy="365125"/>
          </a:xfrm>
          <a:prstGeom prst="rect">
            <a:avLst/>
          </a:prstGeom>
        </p:spPr>
        <p:txBody>
          <a:bodyPr vert="horz" lIns="130055" tIns="65028" rIns="130055" bIns="65028" rtlCol="0" anchor="ctr"/>
          <a:lstStyle>
            <a:lvl1pPr algn="r">
              <a:defRPr sz="103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89832E7-CD1C-8649-98ED-2ABDE863B9F8}" type="slidenum">
              <a:rPr lang="en-GB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‹N›</a:t>
            </a:fld>
            <a:endParaRPr lang="en-GB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cxnSp>
        <p:nvCxnSpPr>
          <p:cNvPr id="8" name="Connettore 1 7"/>
          <p:cNvCxnSpPr/>
          <p:nvPr userDrawn="1"/>
        </p:nvCxnSpPr>
        <p:spPr>
          <a:xfrm flipV="1">
            <a:off x="3564069" y="925393"/>
            <a:ext cx="2126626" cy="0"/>
          </a:xfrm>
          <a:prstGeom prst="line">
            <a:avLst/>
          </a:prstGeom>
          <a:ln w="25400" cap="flat" cmpd="sng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53" r:id="rId1"/>
  </p:sldLayoutIdLst>
  <p:hf hdr="0" dt="0"/>
  <p:txStyles>
    <p:titleStyle>
      <a:lvl1pPr algn="l" defTabSz="843858" rtl="0" eaLnBrk="1" latinLnBrk="0" hangingPunct="1">
        <a:spcBef>
          <a:spcPct val="0"/>
        </a:spcBef>
        <a:buNone/>
        <a:defRPr sz="298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1930" indent="-421930" algn="l" defTabSz="843858" rtl="0" eaLnBrk="1" latinLnBrk="0" hangingPunct="1">
        <a:spcBef>
          <a:spcPts val="1846"/>
        </a:spcBef>
        <a:buClr>
          <a:schemeClr val="tx1">
            <a:lumMod val="75000"/>
            <a:lumOff val="25000"/>
          </a:schemeClr>
        </a:buClr>
        <a:buSzPct val="75000"/>
        <a:buFont typeface="Wingdings 2" charset="2"/>
        <a:buChar char="﹢"/>
        <a:defRPr sz="201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43858" indent="-421930" algn="l" defTabSz="843858" rtl="0" eaLnBrk="1" latinLnBrk="0" hangingPunct="1">
        <a:spcBef>
          <a:spcPts val="554"/>
        </a:spcBef>
        <a:buClr>
          <a:schemeClr val="tx1">
            <a:lumMod val="50000"/>
            <a:lumOff val="50000"/>
          </a:schemeClr>
        </a:buClr>
        <a:buSzPct val="75000"/>
        <a:buFont typeface="Wingdings 2" charset="2"/>
        <a:buChar char="﹢"/>
        <a:defRPr sz="181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65788" indent="-421930" algn="l" defTabSz="843858" rtl="0" eaLnBrk="1" latinLnBrk="0" hangingPunct="1">
        <a:spcBef>
          <a:spcPts val="554"/>
        </a:spcBef>
        <a:buClr>
          <a:schemeClr val="tx1">
            <a:lumMod val="75000"/>
            <a:lumOff val="25000"/>
          </a:schemeClr>
        </a:buClr>
        <a:buSzPct val="75000"/>
        <a:buFont typeface="Wingdings 2" charset="2"/>
        <a:buChar char="﹢"/>
        <a:defRPr sz="168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87718" indent="-421930" algn="l" defTabSz="843858" rtl="0" eaLnBrk="1" latinLnBrk="0" hangingPunct="1">
        <a:spcBef>
          <a:spcPts val="554"/>
        </a:spcBef>
        <a:buClr>
          <a:schemeClr val="tx1">
            <a:lumMod val="50000"/>
            <a:lumOff val="50000"/>
          </a:schemeClr>
        </a:buClr>
        <a:buSzPct val="75000"/>
        <a:buFont typeface="Wingdings 2" charset="2"/>
        <a:buChar char="﹢"/>
        <a:defRPr sz="168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09647" indent="-421930" algn="l" defTabSz="843858" rtl="0" eaLnBrk="1" latinLnBrk="0" hangingPunct="1">
        <a:spcBef>
          <a:spcPts val="554"/>
        </a:spcBef>
        <a:buClr>
          <a:schemeClr val="tx1">
            <a:lumMod val="75000"/>
            <a:lumOff val="25000"/>
          </a:schemeClr>
        </a:buClr>
        <a:buSzPct val="75000"/>
        <a:buFont typeface="Wingdings 2" charset="2"/>
        <a:buChar char="﹢"/>
        <a:defRPr sz="168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320612" indent="-210965" algn="l" defTabSz="843858" rtl="0" eaLnBrk="1" latinLnBrk="0" hangingPunct="1">
        <a:spcBef>
          <a:spcPct val="20000"/>
        </a:spcBef>
        <a:buFont typeface="Arial" pitchFamily="34" charset="0"/>
        <a:buChar char="•"/>
        <a:defRPr sz="1817" kern="1200">
          <a:solidFill>
            <a:schemeClr val="tx1"/>
          </a:solidFill>
          <a:latin typeface="+mn-lt"/>
          <a:ea typeface="+mn-ea"/>
          <a:cs typeface="+mn-cs"/>
        </a:defRPr>
      </a:lvl6pPr>
      <a:lvl7pPr marL="2742540" indent="-210965" algn="l" defTabSz="843858" rtl="0" eaLnBrk="1" latinLnBrk="0" hangingPunct="1">
        <a:spcBef>
          <a:spcPct val="20000"/>
        </a:spcBef>
        <a:buFont typeface="Arial" pitchFamily="34" charset="0"/>
        <a:buChar char="•"/>
        <a:defRPr sz="1817" kern="1200">
          <a:solidFill>
            <a:schemeClr val="tx1"/>
          </a:solidFill>
          <a:latin typeface="+mn-lt"/>
          <a:ea typeface="+mn-ea"/>
          <a:cs typeface="+mn-cs"/>
        </a:defRPr>
      </a:lvl7pPr>
      <a:lvl8pPr marL="3164470" indent="-210965" algn="l" defTabSz="843858" rtl="0" eaLnBrk="1" latinLnBrk="0" hangingPunct="1">
        <a:spcBef>
          <a:spcPct val="20000"/>
        </a:spcBef>
        <a:buFont typeface="Arial" pitchFamily="34" charset="0"/>
        <a:buChar char="•"/>
        <a:defRPr sz="1817" kern="1200">
          <a:solidFill>
            <a:schemeClr val="tx1"/>
          </a:solidFill>
          <a:latin typeface="+mn-lt"/>
          <a:ea typeface="+mn-ea"/>
          <a:cs typeface="+mn-cs"/>
        </a:defRPr>
      </a:lvl8pPr>
      <a:lvl9pPr marL="3586400" indent="-210965" algn="l" defTabSz="843858" rtl="0" eaLnBrk="1" latinLnBrk="0" hangingPunct="1">
        <a:spcBef>
          <a:spcPct val="20000"/>
        </a:spcBef>
        <a:buFont typeface="Arial" pitchFamily="34" charset="0"/>
        <a:buChar char="•"/>
        <a:defRPr sz="18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843858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1pPr>
      <a:lvl2pPr marL="421930" algn="l" defTabSz="843858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2pPr>
      <a:lvl3pPr marL="843858" algn="l" defTabSz="843858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3pPr>
      <a:lvl4pPr marL="1265788" algn="l" defTabSz="843858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4pPr>
      <a:lvl5pPr marL="1687718" algn="l" defTabSz="843858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5pPr>
      <a:lvl6pPr marL="2109647" algn="l" defTabSz="843858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6pPr>
      <a:lvl7pPr marL="2531576" algn="l" defTabSz="843858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7pPr>
      <a:lvl8pPr marL="2953506" algn="l" defTabSz="843858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8pPr>
      <a:lvl9pPr marL="3375434" algn="l" defTabSz="843858" rtl="0" eaLnBrk="1" latinLnBrk="0" hangingPunct="1">
        <a:defRPr sz="16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ttangolo 38">
            <a:extLst>
              <a:ext uri="{FF2B5EF4-FFF2-40B4-BE49-F238E27FC236}">
                <a16:creationId xmlns:a16="http://schemas.microsoft.com/office/drawing/2014/main" id="{C98FF344-0FAD-1047-9843-5F2B70FF8CA9}"/>
              </a:ext>
            </a:extLst>
          </p:cNvPr>
          <p:cNvSpPr/>
          <p:nvPr/>
        </p:nvSpPr>
        <p:spPr>
          <a:xfrm>
            <a:off x="0" y="3814226"/>
            <a:ext cx="9143999" cy="3043774"/>
          </a:xfrm>
          <a:prstGeom prst="rect">
            <a:avLst/>
          </a:prstGeom>
          <a:solidFill>
            <a:srgbClr val="607D8B">
              <a:alpha val="10000"/>
            </a:srgbClr>
          </a:solidFill>
          <a:ln w="38100" cmpd="sng">
            <a:noFill/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42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ttangolo 37">
            <a:extLst>
              <a:ext uri="{FF2B5EF4-FFF2-40B4-BE49-F238E27FC236}">
                <a16:creationId xmlns:a16="http://schemas.microsoft.com/office/drawing/2014/main" id="{71CCC370-B9CF-9940-90C6-DBDC538E547F}"/>
              </a:ext>
            </a:extLst>
          </p:cNvPr>
          <p:cNvSpPr/>
          <p:nvPr/>
        </p:nvSpPr>
        <p:spPr>
          <a:xfrm>
            <a:off x="0" y="3332179"/>
            <a:ext cx="9144000" cy="482046"/>
          </a:xfrm>
          <a:prstGeom prst="rect">
            <a:avLst/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42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ttangolo 4"/>
          <p:cNvSpPr/>
          <p:nvPr/>
        </p:nvSpPr>
        <p:spPr>
          <a:xfrm>
            <a:off x="414310" y="199900"/>
            <a:ext cx="8375080" cy="1292783"/>
          </a:xfrm>
          <a:prstGeom prst="rect">
            <a:avLst/>
          </a:prstGeom>
        </p:spPr>
        <p:txBody>
          <a:bodyPr wrap="square" lIns="84383" tIns="42192" rIns="84383" bIns="42192">
            <a:spAutoFit/>
          </a:bodyPr>
          <a:lstStyle/>
          <a:p>
            <a:r>
              <a:rPr lang="en-GB" sz="4282" dirty="0" err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19050" dir="4200000" algn="ctr" rotWithShape="0">
                    <a:prstClr val="white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Laboratorio</a:t>
            </a:r>
            <a:r>
              <a:rPr lang="en-GB" sz="4282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19050" dir="4200000" algn="ctr" rotWithShape="0">
                    <a:prstClr val="white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IoT </a:t>
            </a:r>
          </a:p>
          <a:p>
            <a:endParaRPr lang="en-GB" sz="1100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25400" dist="19050" dir="4200000" algn="ctr" rotWithShape="0">
                  <a:prstClr val="white">
                    <a:alpha val="40000"/>
                  </a:prstClr>
                </a:outerShdw>
              </a:effectLst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r>
              <a:rPr lang="en-GB" sz="1557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19050" dir="4200000" algn="ctr" rotWithShape="0">
                    <a:prstClr val="white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Prof. Paolo </a:t>
            </a:r>
            <a:r>
              <a:rPr lang="en-GB" sz="1557" dirty="0" err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19050" dir="4200000" algn="ctr" rotWithShape="0">
                    <a:prstClr val="white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Napoletano</a:t>
            </a:r>
            <a:endParaRPr lang="en-GB" sz="1557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25400" dist="19050" dir="4200000" algn="ctr" rotWithShape="0">
                  <a:prstClr val="white">
                    <a:alpha val="40000"/>
                  </a:prstClr>
                </a:outerShdw>
              </a:effectLst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r>
              <a:rPr lang="en-GB" sz="908" dirty="0" err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19050" dir="4200000" algn="ctr" rotWithShape="0">
                    <a:prstClr val="white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a.a.</a:t>
            </a:r>
            <a:r>
              <a:rPr lang="en-GB" sz="908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19050" dir="4200000" algn="ctr" rotWithShape="0">
                    <a:prstClr val="white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2025/2026</a:t>
            </a:r>
            <a:endParaRPr lang="en-GB" sz="908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F3EBA47E-D29F-1049-963B-A6B5C8653CF2}"/>
              </a:ext>
            </a:extLst>
          </p:cNvPr>
          <p:cNvGrpSpPr/>
          <p:nvPr/>
        </p:nvGrpSpPr>
        <p:grpSpPr>
          <a:xfrm>
            <a:off x="0" y="910288"/>
            <a:ext cx="9144000" cy="45719"/>
            <a:chOff x="0" y="1323762"/>
            <a:chExt cx="13001626" cy="45719"/>
          </a:xfrm>
        </p:grpSpPr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74C00B70-5CE3-C641-9BB0-2987E092D459}"/>
                </a:ext>
              </a:extLst>
            </p:cNvPr>
            <p:cNvSpPr/>
            <p:nvPr/>
          </p:nvSpPr>
          <p:spPr>
            <a:xfrm>
              <a:off x="3565462" y="1323762"/>
              <a:ext cx="9436164" cy="4571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42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934E8A19-6C83-2040-A575-42E5B26AED8C}"/>
                </a:ext>
              </a:extLst>
            </p:cNvPr>
            <p:cNvSpPr/>
            <p:nvPr/>
          </p:nvSpPr>
          <p:spPr>
            <a:xfrm>
              <a:off x="3120479" y="1323762"/>
              <a:ext cx="450000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42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Rettangolo 19">
              <a:extLst>
                <a:ext uri="{FF2B5EF4-FFF2-40B4-BE49-F238E27FC236}">
                  <a16:creationId xmlns:a16="http://schemas.microsoft.com/office/drawing/2014/main" id="{8F317565-4021-E246-8835-B4248A009CFF}"/>
                </a:ext>
              </a:extLst>
            </p:cNvPr>
            <p:cNvSpPr/>
            <p:nvPr/>
          </p:nvSpPr>
          <p:spPr>
            <a:xfrm>
              <a:off x="2244982" y="1323762"/>
              <a:ext cx="450000" cy="45719"/>
            </a:xfrm>
            <a:prstGeom prst="rect">
              <a:avLst/>
            </a:prstGeom>
            <a:solidFill>
              <a:srgbClr val="FF2600">
                <a:alpha val="78824"/>
              </a:srgb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42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Rettangolo 20">
              <a:extLst>
                <a:ext uri="{FF2B5EF4-FFF2-40B4-BE49-F238E27FC236}">
                  <a16:creationId xmlns:a16="http://schemas.microsoft.com/office/drawing/2014/main" id="{300C4E6D-1038-E245-8060-5224CAD9BCA3}"/>
                </a:ext>
              </a:extLst>
            </p:cNvPr>
            <p:cNvSpPr/>
            <p:nvPr/>
          </p:nvSpPr>
          <p:spPr>
            <a:xfrm>
              <a:off x="1800000" y="1323762"/>
              <a:ext cx="450000" cy="45719"/>
            </a:xfrm>
            <a:prstGeom prst="rect">
              <a:avLst/>
            </a:prstGeom>
            <a:solidFill>
              <a:srgbClr val="FF9300"/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42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Rettangolo 21">
              <a:extLst>
                <a:ext uri="{FF2B5EF4-FFF2-40B4-BE49-F238E27FC236}">
                  <a16:creationId xmlns:a16="http://schemas.microsoft.com/office/drawing/2014/main" id="{37F7D7F7-D37C-B64A-8D10-2C93992D04A4}"/>
                </a:ext>
              </a:extLst>
            </p:cNvPr>
            <p:cNvSpPr/>
            <p:nvPr/>
          </p:nvSpPr>
          <p:spPr>
            <a:xfrm>
              <a:off x="1350000" y="1323762"/>
              <a:ext cx="450000" cy="45719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42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Rettangolo 22">
              <a:extLst>
                <a:ext uri="{FF2B5EF4-FFF2-40B4-BE49-F238E27FC236}">
                  <a16:creationId xmlns:a16="http://schemas.microsoft.com/office/drawing/2014/main" id="{4DADC528-332A-2B41-80B3-0085C3576C91}"/>
                </a:ext>
              </a:extLst>
            </p:cNvPr>
            <p:cNvSpPr/>
            <p:nvPr/>
          </p:nvSpPr>
          <p:spPr>
            <a:xfrm>
              <a:off x="900000" y="1323762"/>
              <a:ext cx="450000" cy="4571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42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Rettangolo 23">
              <a:extLst>
                <a:ext uri="{FF2B5EF4-FFF2-40B4-BE49-F238E27FC236}">
                  <a16:creationId xmlns:a16="http://schemas.microsoft.com/office/drawing/2014/main" id="{69F33A8D-8E6F-4B4D-85F7-C7684206C77E}"/>
                </a:ext>
              </a:extLst>
            </p:cNvPr>
            <p:cNvSpPr/>
            <p:nvPr/>
          </p:nvSpPr>
          <p:spPr>
            <a:xfrm>
              <a:off x="450000" y="1323762"/>
              <a:ext cx="450000" cy="45719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42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Rettangolo 24">
              <a:extLst>
                <a:ext uri="{FF2B5EF4-FFF2-40B4-BE49-F238E27FC236}">
                  <a16:creationId xmlns:a16="http://schemas.microsoft.com/office/drawing/2014/main" id="{C3D87A2A-FA03-594A-B52B-AF52BB839CB5}"/>
                </a:ext>
              </a:extLst>
            </p:cNvPr>
            <p:cNvSpPr/>
            <p:nvPr/>
          </p:nvSpPr>
          <p:spPr>
            <a:xfrm>
              <a:off x="0" y="1323762"/>
              <a:ext cx="450000" cy="45719"/>
            </a:xfrm>
            <a:prstGeom prst="rect">
              <a:avLst/>
            </a:prstGeom>
            <a:solidFill>
              <a:srgbClr val="76D6FF"/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42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Rettangolo 25">
              <a:extLst>
                <a:ext uri="{FF2B5EF4-FFF2-40B4-BE49-F238E27FC236}">
                  <a16:creationId xmlns:a16="http://schemas.microsoft.com/office/drawing/2014/main" id="{9CB3141F-CC37-E941-B6E9-748F8391EBFA}"/>
                </a:ext>
              </a:extLst>
            </p:cNvPr>
            <p:cNvSpPr/>
            <p:nvPr/>
          </p:nvSpPr>
          <p:spPr>
            <a:xfrm>
              <a:off x="2689964" y="1323762"/>
              <a:ext cx="450000" cy="45719"/>
            </a:xfrm>
            <a:prstGeom prst="rect">
              <a:avLst/>
            </a:prstGeom>
            <a:solidFill>
              <a:srgbClr val="945200">
                <a:alpha val="92941"/>
              </a:srgb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42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7" name="Rettangolo 36">
            <a:extLst>
              <a:ext uri="{FF2B5EF4-FFF2-40B4-BE49-F238E27FC236}">
                <a16:creationId xmlns:a16="http://schemas.microsoft.com/office/drawing/2014/main" id="{8A5DED7C-40C4-B74C-9AC4-77789BAD08AC}"/>
              </a:ext>
            </a:extLst>
          </p:cNvPr>
          <p:cNvSpPr/>
          <p:nvPr/>
        </p:nvSpPr>
        <p:spPr>
          <a:xfrm>
            <a:off x="474167" y="3292950"/>
            <a:ext cx="8254493" cy="1549455"/>
          </a:xfrm>
          <a:prstGeom prst="rect">
            <a:avLst/>
          </a:prstGeom>
        </p:spPr>
        <p:txBody>
          <a:bodyPr wrap="square" lIns="84383" tIns="42192" rIns="84383" bIns="42192">
            <a:spAutoFit/>
          </a:bodyPr>
          <a:lstStyle/>
          <a:p>
            <a:r>
              <a:rPr lang="en-GB" sz="3115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19050" dir="4200000" algn="ctr" rotWithShape="0">
                    <a:prstClr val="white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Title of the assignment</a:t>
            </a:r>
          </a:p>
          <a:p>
            <a:endParaRPr lang="en-GB" sz="16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25400" dist="19050" dir="4200000" algn="ctr" rotWithShape="0">
                  <a:prstClr val="white">
                    <a:alpha val="40000"/>
                  </a:prstClr>
                </a:outerShdw>
              </a:effectLst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defTabSz="914400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19050" dir="4200000" algn="ctr" rotWithShape="0">
                    <a:prstClr val="white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Team</a:t>
            </a:r>
          </a:p>
          <a:p>
            <a:pPr marL="444979" indent="-444979" defTabSz="914400">
              <a:buFont typeface="Courier New" panose="02070309020205020404" pitchFamily="49" charset="0"/>
              <a:buChar char="o"/>
            </a:pPr>
            <a:r>
              <a:rPr lang="it-IT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19050" dir="4200000" algn="ctr" rotWithShape="0">
                    <a:prstClr val="white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Pinco Pallino </a:t>
            </a:r>
            <a:r>
              <a:rPr lang="it-IT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19050" dir="4200000" algn="ctr" rotWithShape="0">
                    <a:prstClr val="white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Matr</a:t>
            </a:r>
            <a:r>
              <a:rPr lang="it-IT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19050" dir="4200000" algn="ctr" rotWithShape="0">
                    <a:prstClr val="white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.</a:t>
            </a:r>
          </a:p>
          <a:p>
            <a:pPr marL="444979" indent="-444979" defTabSz="914400">
              <a:buFont typeface="Courier New" panose="02070309020205020404" pitchFamily="49" charset="0"/>
              <a:buChar char="o"/>
            </a:pPr>
            <a:r>
              <a:rPr lang="it-IT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19050" dir="4200000" algn="ctr" rotWithShape="0">
                    <a:prstClr val="white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Mario Rossi </a:t>
            </a:r>
            <a:r>
              <a:rPr lang="it-IT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19050" dir="4200000" algn="ctr" rotWithShape="0">
                    <a:prstClr val="white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Matr</a:t>
            </a:r>
            <a:r>
              <a:rPr lang="it-IT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19050" dir="4200000" algn="ctr" rotWithShape="0">
                    <a:prstClr val="white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.</a:t>
            </a:r>
            <a:endParaRPr lang="en-GB" sz="16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25400" dist="19050" dir="4200000" algn="ctr" rotWithShape="0">
                  <a:prstClr val="white">
                    <a:alpha val="40000"/>
                  </a:prstClr>
                </a:outerShdw>
              </a:effectLst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6470BA-3007-184B-AF37-345D6F80A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8477B8F-6EC1-A849-B30A-68CB33509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0171237-E74B-F34B-A6AD-2ADA04AB0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32E7-CD1C-8649-98ED-2ABDE863B9F8}" type="slidenum">
              <a:rPr lang="it-IT" smtClean="0"/>
              <a:pPr/>
              <a:t>2</a:t>
            </a:fld>
            <a:endParaRPr lang="it-IT" dirty="0" err="1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5790AEF5-1816-BB41-AD38-B2380590B07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Description of problem solved by the system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276E258-63A7-EF47-A9E2-09FA8F14B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Team xxx - Laboratorio </a:t>
            </a:r>
            <a:r>
              <a:rPr lang="it-IT" dirty="0" err="1"/>
              <a:t>IoT@UniMiB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24263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683A2-5291-2ADC-CDAE-65A8BBABC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631756-20E3-CCE6-C3BA-8D21B9BB9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89E7869-7BD4-2C8F-C0FD-1090D7A4A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6B326A4-8A13-3DD1-7406-D211628BD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32E7-CD1C-8649-98ED-2ABDE863B9F8}" type="slidenum">
              <a:rPr lang="it-IT" smtClean="0"/>
              <a:pPr/>
              <a:t>3</a:t>
            </a:fld>
            <a:endParaRPr lang="it-IT" dirty="0" err="1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0AFF227B-3994-F229-BB0D-27FA08410D8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Description of the ingredients employed, hardware overview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8712BEC-78A3-38C3-15BB-3C17B0B28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Team xxx - Laboratorio </a:t>
            </a:r>
            <a:r>
              <a:rPr lang="it-IT" dirty="0" err="1"/>
              <a:t>IoT@UniMiB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09151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6470BA-3007-184B-AF37-345D6F80A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8477B8F-6EC1-A849-B30A-68CB33509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0171237-E74B-F34B-A6AD-2ADA04AB0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32E7-CD1C-8649-98ED-2ABDE863B9F8}" type="slidenum">
              <a:rPr lang="it-IT" smtClean="0"/>
              <a:pPr/>
              <a:t>4</a:t>
            </a:fld>
            <a:endParaRPr lang="it-IT" dirty="0" err="1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5790AEF5-1816-BB41-AD38-B2380590B07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System description: design choices, parameters, and data flow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276E258-63A7-EF47-A9E2-09FA8F14B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Team xxx - Laboratorio </a:t>
            </a:r>
            <a:r>
              <a:rPr lang="it-IT" dirty="0" err="1"/>
              <a:t>IoT@UniMiB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15118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BEEDA-F582-BD6B-2189-A0880A44C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66C95B-1A29-D8CA-477D-C9CFBE247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FE5F45A-D983-214A-FE9F-756045BF6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EA10A34-685C-883C-1437-EB4520426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32E7-CD1C-8649-98ED-2ABDE863B9F8}" type="slidenum">
              <a:rPr lang="it-IT" smtClean="0"/>
              <a:pPr/>
              <a:t>5</a:t>
            </a:fld>
            <a:endParaRPr lang="it-IT" dirty="0" err="1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8214F22E-34A2-6BC8-DA75-F6E2C1ABBAA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System description: timing, data storage, and user controls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EE2CDFD-CF4D-2EAD-C70D-278AB77FA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Team xxx - Laboratorio </a:t>
            </a:r>
            <a:r>
              <a:rPr lang="it-IT" dirty="0" err="1"/>
              <a:t>IoT@UniMiB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93465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6470BA-3007-184B-AF37-345D6F80A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remarks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8477B8F-6EC1-A849-B30A-68CB33509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0171237-E74B-F34B-A6AD-2ADA04AB0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832E7-CD1C-8649-98ED-2ABDE863B9F8}" type="slidenum">
              <a:rPr lang="it-IT" smtClean="0"/>
              <a:pPr/>
              <a:t>6</a:t>
            </a:fld>
            <a:endParaRPr lang="it-IT" dirty="0" err="1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5790AEF5-1816-BB41-AD38-B2380590B07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Results, Discussion, Conclusion 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276E258-63A7-EF47-A9E2-09FA8F14B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Team xxx - Laboratorio </a:t>
            </a:r>
            <a:r>
              <a:rPr lang="it-IT" dirty="0" err="1"/>
              <a:t>IoT@UniMiB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640006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ella">
  <a:themeElements>
    <a:clrScheme name="Blu caldo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repuscolo">
      <a:majorFont>
        <a:latin typeface="Century Gothic"/>
        <a:ea typeface=""/>
        <a:cs typeface=""/>
        <a:font script="Jpan" typeface="ＭＳ Ｐゴシック"/>
      </a:majorFont>
      <a:minorFont>
        <a:latin typeface="Century Gothic"/>
        <a:ea typeface=""/>
        <a:cs typeface=""/>
        <a:font script="Jpan" typeface="ＭＳ Ｐゴシック"/>
      </a:minorFont>
    </a:fontScheme>
    <a:fmtScheme name="Sella">
      <a:fillStyleLst>
        <a:solidFill>
          <a:schemeClr val="phClr"/>
        </a:solidFill>
        <a:gradFill rotWithShape="1">
          <a:gsLst>
            <a:gs pos="0">
              <a:schemeClr val="phClr"/>
            </a:gs>
            <a:gs pos="30000">
              <a:schemeClr val="phClr">
                <a:tint val="80000"/>
              </a:schemeClr>
            </a:gs>
            <a:gs pos="100000">
              <a:schemeClr val="phClr">
                <a:tint val="100000"/>
              </a:schemeClr>
            </a:gs>
          </a:gsLst>
          <a:path path="rect">
            <a:fillToRect l="50000" r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70000"/>
                <a:satMod val="120000"/>
              </a:schemeClr>
              <a:schemeClr val="phClr">
                <a:tint val="30000"/>
                <a:satMod val="120000"/>
              </a:schemeClr>
            </a:duotone>
          </a:blip>
          <a:stretch/>
        </a:blipFill>
      </a:fillStyleLst>
      <a:lnStyleLst>
        <a:ln w="254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50800" cap="flat" cmpd="dbl" algn="ctr">
          <a:solidFill>
            <a:schemeClr val="phClr"/>
          </a:solidFill>
          <a:prstDash val="solid"/>
        </a:ln>
        <a:ln w="7620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FFFFFF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sunrise" dir="tl">
              <a:rot lat="0" lon="0" rev="1200000"/>
            </a:lightRig>
          </a:scene3d>
          <a:sp3d prstMaterial="softEdge">
            <a:bevelT w="0" h="0"/>
          </a:sp3d>
        </a:effectStyle>
        <a:effectStyle>
          <a:effectLst>
            <a:innerShdw blurRad="76200" dist="38100" dir="13500000">
              <a:srgbClr val="FFFFFF">
                <a:alpha val="75000"/>
              </a:srgbClr>
            </a:innerShdw>
          </a:effectLst>
          <a:scene3d>
            <a:camera prst="perspectiveFront" fov="2400000"/>
            <a:lightRig rig="twoPt" dir="tl"/>
          </a:scene3d>
          <a:sp3d>
            <a:bevelT w="25400" h="12700" prst="angle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2">
            <a:duotone>
              <a:schemeClr val="phClr">
                <a:shade val="30000"/>
                <a:satMod val="250000"/>
              </a:schemeClr>
              <a:schemeClr val="phClr">
                <a:tint val="50000"/>
                <a:satMod val="200000"/>
              </a:schemeClr>
            </a:duotone>
          </a:blip>
          <a:stretch/>
        </a:blipFill>
        <a:blipFill rotWithShape="1">
          <a:blip xmlns:r="http://schemas.openxmlformats.org/officeDocument/2006/relationships" r:embed="rId3">
            <a:duotone>
              <a:schemeClr val="phClr">
                <a:shade val="90000"/>
                <a:hueMod val="90000"/>
                <a:satMod val="150000"/>
                <a:lumMod val="90000"/>
              </a:schemeClr>
              <a:schemeClr val="phClr">
                <a:tint val="70000"/>
                <a:shade val="80000"/>
                <a:satMod val="300000"/>
                <a:lumMod val="11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Sell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repuscolo">
      <a:majorFont>
        <a:latin typeface="Century Gothic"/>
        <a:ea typeface=""/>
        <a:cs typeface=""/>
        <a:font script="Jpan" typeface="ＭＳ Ｐゴシック"/>
      </a:majorFont>
      <a:minorFont>
        <a:latin typeface="Century Gothic"/>
        <a:ea typeface=""/>
        <a:cs typeface=""/>
        <a:font script="Jpan" typeface="ＭＳ Ｐゴシック"/>
      </a:minorFont>
    </a:fontScheme>
    <a:fmtScheme name="Sella">
      <a:fillStyleLst>
        <a:solidFill>
          <a:schemeClr val="phClr"/>
        </a:solidFill>
        <a:gradFill rotWithShape="1">
          <a:gsLst>
            <a:gs pos="0">
              <a:schemeClr val="phClr"/>
            </a:gs>
            <a:gs pos="30000">
              <a:schemeClr val="phClr">
                <a:tint val="80000"/>
              </a:schemeClr>
            </a:gs>
            <a:gs pos="100000">
              <a:schemeClr val="phClr">
                <a:tint val="100000"/>
              </a:schemeClr>
            </a:gs>
          </a:gsLst>
          <a:path path="rect">
            <a:fillToRect l="50000" r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70000"/>
                <a:satMod val="120000"/>
              </a:schemeClr>
              <a:schemeClr val="phClr">
                <a:tint val="30000"/>
                <a:satMod val="120000"/>
              </a:schemeClr>
            </a:duotone>
          </a:blip>
          <a:stretch/>
        </a:blipFill>
      </a:fillStyleLst>
      <a:lnStyleLst>
        <a:ln w="254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50800" cap="flat" cmpd="dbl" algn="ctr">
          <a:solidFill>
            <a:schemeClr val="phClr"/>
          </a:solidFill>
          <a:prstDash val="solid"/>
        </a:ln>
        <a:ln w="7620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FFFFFF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sunrise" dir="tl">
              <a:rot lat="0" lon="0" rev="1200000"/>
            </a:lightRig>
          </a:scene3d>
          <a:sp3d prstMaterial="softEdge">
            <a:bevelT w="0" h="0"/>
          </a:sp3d>
        </a:effectStyle>
        <a:effectStyle>
          <a:effectLst>
            <a:innerShdw blurRad="76200" dist="38100" dir="13500000">
              <a:srgbClr val="FFFFFF">
                <a:alpha val="75000"/>
              </a:srgbClr>
            </a:innerShdw>
          </a:effectLst>
          <a:scene3d>
            <a:camera prst="perspectiveFront" fov="2400000"/>
            <a:lightRig rig="twoPt" dir="tl"/>
          </a:scene3d>
          <a:sp3d>
            <a:bevelT w="25400" h="12700" prst="angle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2">
            <a:duotone>
              <a:schemeClr val="phClr">
                <a:shade val="30000"/>
                <a:satMod val="250000"/>
              </a:schemeClr>
              <a:schemeClr val="phClr">
                <a:tint val="50000"/>
                <a:satMod val="200000"/>
              </a:schemeClr>
            </a:duotone>
          </a:blip>
          <a:stretch/>
        </a:blipFill>
        <a:blipFill rotWithShape="1">
          <a:blip xmlns:r="http://schemas.openxmlformats.org/officeDocument/2006/relationships" r:embed="rId3">
            <a:duotone>
              <a:schemeClr val="phClr">
                <a:shade val="90000"/>
                <a:hueMod val="90000"/>
                <a:satMod val="150000"/>
                <a:lumMod val="90000"/>
              </a:schemeClr>
              <a:schemeClr val="phClr">
                <a:tint val="70000"/>
                <a:shade val="80000"/>
                <a:satMod val="300000"/>
                <a:lumMod val="11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Sell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repuscolo">
      <a:majorFont>
        <a:latin typeface="Century Gothic"/>
        <a:ea typeface=""/>
        <a:cs typeface=""/>
        <a:font script="Jpan" typeface="ＭＳ Ｐゴシック"/>
      </a:majorFont>
      <a:minorFont>
        <a:latin typeface="Century Gothic"/>
        <a:ea typeface=""/>
        <a:cs typeface=""/>
        <a:font script="Jpan" typeface="ＭＳ Ｐゴシック"/>
      </a:minorFont>
    </a:fontScheme>
    <a:fmtScheme name="Sella">
      <a:fillStyleLst>
        <a:solidFill>
          <a:schemeClr val="phClr"/>
        </a:solidFill>
        <a:gradFill rotWithShape="1">
          <a:gsLst>
            <a:gs pos="0">
              <a:schemeClr val="phClr"/>
            </a:gs>
            <a:gs pos="30000">
              <a:schemeClr val="phClr">
                <a:tint val="80000"/>
              </a:schemeClr>
            </a:gs>
            <a:gs pos="100000">
              <a:schemeClr val="phClr">
                <a:tint val="100000"/>
              </a:schemeClr>
            </a:gs>
          </a:gsLst>
          <a:path path="rect">
            <a:fillToRect l="50000" r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70000"/>
                <a:satMod val="120000"/>
              </a:schemeClr>
              <a:schemeClr val="phClr">
                <a:tint val="30000"/>
                <a:satMod val="120000"/>
              </a:schemeClr>
            </a:duotone>
          </a:blip>
          <a:stretch/>
        </a:blipFill>
      </a:fillStyleLst>
      <a:lnStyleLst>
        <a:ln w="254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50800" cap="flat" cmpd="dbl" algn="ctr">
          <a:solidFill>
            <a:schemeClr val="phClr"/>
          </a:solidFill>
          <a:prstDash val="solid"/>
        </a:ln>
        <a:ln w="7620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FFFFFF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sunrise" dir="tl">
              <a:rot lat="0" lon="0" rev="1200000"/>
            </a:lightRig>
          </a:scene3d>
          <a:sp3d prstMaterial="softEdge">
            <a:bevelT w="0" h="0"/>
          </a:sp3d>
        </a:effectStyle>
        <a:effectStyle>
          <a:effectLst>
            <a:innerShdw blurRad="76200" dist="38100" dir="13500000">
              <a:srgbClr val="FFFFFF">
                <a:alpha val="75000"/>
              </a:srgbClr>
            </a:innerShdw>
          </a:effectLst>
          <a:scene3d>
            <a:camera prst="perspectiveFront" fov="2400000"/>
            <a:lightRig rig="twoPt" dir="tl"/>
          </a:scene3d>
          <a:sp3d>
            <a:bevelT w="25400" h="12700" prst="angle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2">
            <a:duotone>
              <a:schemeClr val="phClr">
                <a:shade val="30000"/>
                <a:satMod val="250000"/>
              </a:schemeClr>
              <a:schemeClr val="phClr">
                <a:tint val="50000"/>
                <a:satMod val="200000"/>
              </a:schemeClr>
            </a:duotone>
          </a:blip>
          <a:stretch/>
        </a:blipFill>
        <a:blipFill rotWithShape="1">
          <a:blip xmlns:r="http://schemas.openxmlformats.org/officeDocument/2006/relationships" r:embed="rId3">
            <a:duotone>
              <a:schemeClr val="phClr">
                <a:shade val="90000"/>
                <a:hueMod val="90000"/>
                <a:satMod val="150000"/>
                <a:lumMod val="90000"/>
              </a:schemeClr>
              <a:schemeClr val="phClr">
                <a:tint val="70000"/>
                <a:shade val="80000"/>
                <a:satMod val="300000"/>
                <a:lumMod val="11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Sella.thmx</Template>
  <TotalTime>38669</TotalTime>
  <Words>114</Words>
  <Application>Microsoft Office PowerPoint</Application>
  <PresentationFormat>Presentazione su schermo (4:3)</PresentationFormat>
  <Paragraphs>30</Paragraphs>
  <Slides>6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3</vt:i4>
      </vt:variant>
      <vt:variant>
        <vt:lpstr>Titoli diapositive</vt:lpstr>
      </vt:variant>
      <vt:variant>
        <vt:i4>6</vt:i4>
      </vt:variant>
    </vt:vector>
  </HeadingPairs>
  <TitlesOfParts>
    <vt:vector size="14" baseType="lpstr">
      <vt:lpstr>Arial</vt:lpstr>
      <vt:lpstr>Calibri</vt:lpstr>
      <vt:lpstr>Century Gothic</vt:lpstr>
      <vt:lpstr>Courier New</vt:lpstr>
      <vt:lpstr>Wingdings 2</vt:lpstr>
      <vt:lpstr>Sella</vt:lpstr>
      <vt:lpstr>1_Sella</vt:lpstr>
      <vt:lpstr>2_Sella</vt:lpstr>
      <vt:lpstr>Presentazione standard di PowerPoint</vt:lpstr>
      <vt:lpstr>Project goals</vt:lpstr>
      <vt:lpstr>Materials</vt:lpstr>
      <vt:lpstr>Method</vt:lpstr>
      <vt:lpstr>Method</vt:lpstr>
      <vt:lpstr>Final remarks</vt:lpstr>
    </vt:vector>
  </TitlesOfParts>
  <Company>unisa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Informatica Applicata</dc:title>
  <dc:creator>Paolo</dc:creator>
  <cp:lastModifiedBy>d.marelli8@campus.unimib.it</cp:lastModifiedBy>
  <cp:revision>759</cp:revision>
  <cp:lastPrinted>2019-04-08T11:17:13Z</cp:lastPrinted>
  <dcterms:created xsi:type="dcterms:W3CDTF">2011-04-16T15:48:33Z</dcterms:created>
  <dcterms:modified xsi:type="dcterms:W3CDTF">2026-04-17T07:21:27Z</dcterms:modified>
</cp:coreProperties>
</file>